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7" autoAdjust="0"/>
    <p:restoredTop sz="94660"/>
  </p:normalViewPr>
  <p:slideViewPr>
    <p:cSldViewPr snapToGrid="0">
      <p:cViewPr varScale="1">
        <p:scale>
          <a:sx n="78" d="100"/>
          <a:sy n="78" d="100"/>
        </p:scale>
        <p:origin x="132" y="16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5832F-A27E-4F46-9C70-9F7064E4E83E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2B7E6-75F9-4917-91D0-79DEBC906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6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2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0DDA063-9503-BF4D-AA52-0D7A0FDC3587}"/>
              </a:ext>
            </a:extLst>
          </p:cNvPr>
          <p:cNvGrpSpPr/>
          <p:nvPr/>
        </p:nvGrpSpPr>
        <p:grpSpPr>
          <a:xfrm>
            <a:off x="180975" y="219075"/>
            <a:ext cx="11868150" cy="6372225"/>
            <a:chOff x="180975" y="219075"/>
            <a:chExt cx="11868150" cy="637222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A7C1E62-F425-7E46-F3FD-0CC164A80DF4}"/>
                </a:ext>
              </a:extLst>
            </p:cNvPr>
            <p:cNvSpPr/>
            <p:nvPr/>
          </p:nvSpPr>
          <p:spPr>
            <a:xfrm>
              <a:off x="180975" y="219075"/>
              <a:ext cx="11868150" cy="6372225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AF8E5AC-BF9D-6B56-FB59-0BE9A3116955}"/>
                </a:ext>
              </a:extLst>
            </p:cNvPr>
            <p:cNvGrpSpPr/>
            <p:nvPr/>
          </p:nvGrpSpPr>
          <p:grpSpPr>
            <a:xfrm>
              <a:off x="276225" y="663502"/>
              <a:ext cx="11614153" cy="5713509"/>
              <a:chOff x="276225" y="663502"/>
              <a:chExt cx="11614153" cy="5713509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46DEC81-5336-EBF6-B732-C633BA915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0396" y="663502"/>
                <a:ext cx="6556958" cy="4902346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C5781-72ED-E946-2B5F-617C0545842D}"/>
                  </a:ext>
                </a:extLst>
              </p:cNvPr>
              <p:cNvSpPr txBox="1"/>
              <p:nvPr/>
            </p:nvSpPr>
            <p:spPr>
              <a:xfrm>
                <a:off x="276225" y="1714500"/>
                <a:ext cx="22129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dirty="0"/>
                  <a:t>Select AFSK1200 to enabled</a:t>
                </a:r>
                <a:br>
                  <a:rPr lang="en-US" sz="1400" dirty="0"/>
                </a:br>
                <a:r>
                  <a:rPr lang="en-US" sz="1400" dirty="0"/>
                  <a:t>the APRS software modem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1E79D41-E1CC-F3F1-AF9E-1EFF440B8260}"/>
                  </a:ext>
                </a:extLst>
              </p:cNvPr>
              <p:cNvCxnSpPr>
                <a:stCxn id="7" idx="3"/>
              </p:cNvCxnSpPr>
              <p:nvPr/>
            </p:nvCxnSpPr>
            <p:spPr>
              <a:xfrm flipV="1">
                <a:off x="2489203" y="1628775"/>
                <a:ext cx="2035172" cy="347335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C576BD-9AB8-BAEB-D1A4-312BF35A2B6F}"/>
                  </a:ext>
                </a:extLst>
              </p:cNvPr>
              <p:cNvSpPr txBox="1"/>
              <p:nvPr/>
            </p:nvSpPr>
            <p:spPr>
              <a:xfrm>
                <a:off x="9708947" y="996041"/>
                <a:ext cx="21814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Double arrow indicates</a:t>
                </a:r>
                <a:br>
                  <a:rPr lang="en-US" sz="1400" dirty="0"/>
                </a:br>
                <a:r>
                  <a:rPr lang="en-US" sz="1400" dirty="0"/>
                  <a:t>software modem decoded.</a:t>
                </a: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3E60FF5-0E0A-2657-DE15-10D01B59B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5886" t="43357" r="59006" b="36982"/>
              <a:stretch>
                <a:fillRect/>
              </a:stretch>
            </p:blipFill>
            <p:spPr>
              <a:xfrm>
                <a:off x="8315325" y="1802442"/>
                <a:ext cx="1752600" cy="1705303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B4896F8-D772-FA51-E5F3-F39A235B2598}"/>
                  </a:ext>
                </a:extLst>
              </p:cNvPr>
              <p:cNvCxnSpPr/>
              <p:nvPr/>
            </p:nvCxnSpPr>
            <p:spPr>
              <a:xfrm flipH="1">
                <a:off x="4838700" y="1802442"/>
                <a:ext cx="3476625" cy="113894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D182583-BE17-A12A-5F9D-929707E2BD77}"/>
                  </a:ext>
                </a:extLst>
              </p:cNvPr>
              <p:cNvCxnSpPr/>
              <p:nvPr/>
            </p:nvCxnSpPr>
            <p:spPr>
              <a:xfrm flipH="1">
                <a:off x="5562600" y="3507745"/>
                <a:ext cx="4505325" cy="2165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2C424CA-95FF-9AFE-711F-730664B3E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0486" y="1519261"/>
                <a:ext cx="833143" cy="63051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042D5E1-A108-5EE2-AE63-58E2C034B1CD}"/>
                  </a:ext>
                </a:extLst>
              </p:cNvPr>
              <p:cNvSpPr txBox="1"/>
              <p:nvPr/>
            </p:nvSpPr>
            <p:spPr>
              <a:xfrm>
                <a:off x="9686184" y="3790926"/>
                <a:ext cx="2204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Single arrow indicates</a:t>
                </a:r>
                <a:br>
                  <a:rPr lang="en-US" sz="1400" dirty="0"/>
                </a:br>
                <a:r>
                  <a:rPr lang="en-US" sz="1400" dirty="0"/>
                  <a:t>hardware modem decoded.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9F01C6D-62E0-5FEE-DED5-CD16BB197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6068" y="3224564"/>
                <a:ext cx="503236" cy="64404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AC11CF3-6149-7C0D-B451-CDA993613A40}"/>
                  </a:ext>
                </a:extLst>
              </p:cNvPr>
              <p:cNvSpPr txBox="1"/>
              <p:nvPr/>
            </p:nvSpPr>
            <p:spPr>
              <a:xfrm>
                <a:off x="821567" y="5853791"/>
                <a:ext cx="3335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Clicking on a packet will show the decoding</a:t>
                </a:r>
                <a:br>
                  <a:rPr lang="en-US" sz="1400" dirty="0"/>
                </a:br>
                <a:r>
                  <a:rPr lang="en-US" sz="1400" dirty="0"/>
                  <a:t>modem and any corrected errors.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0C1BC96-D0F5-D246-0740-F339E4DB7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4248" y="4721625"/>
                <a:ext cx="2510777" cy="113216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653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F77130-7525-74B3-2DF4-9C3AB90DC811}"/>
              </a:ext>
            </a:extLst>
          </p:cNvPr>
          <p:cNvGrpSpPr/>
          <p:nvPr/>
        </p:nvGrpSpPr>
        <p:grpSpPr>
          <a:xfrm>
            <a:off x="2466975" y="2657474"/>
            <a:ext cx="7143750" cy="4200526"/>
            <a:chOff x="2466975" y="2657474"/>
            <a:chExt cx="7143750" cy="4200526"/>
          </a:xfrm>
        </p:grpSpPr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45440BAE-A140-A9B4-A727-0691BE1429AD}"/>
                </a:ext>
              </a:extLst>
            </p:cNvPr>
            <p:cNvSpPr/>
            <p:nvPr/>
          </p:nvSpPr>
          <p:spPr>
            <a:xfrm>
              <a:off x="2466975" y="2682381"/>
              <a:ext cx="7143750" cy="4175619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7" name="Group 1056">
              <a:extLst>
                <a:ext uri="{FF2B5EF4-FFF2-40B4-BE49-F238E27FC236}">
                  <a16:creationId xmlns:a16="http://schemas.microsoft.com/office/drawing/2014/main" id="{068EEECB-D2EE-53C9-9E2C-981BF5B24386}"/>
                </a:ext>
              </a:extLst>
            </p:cNvPr>
            <p:cNvGrpSpPr/>
            <p:nvPr/>
          </p:nvGrpSpPr>
          <p:grpSpPr>
            <a:xfrm>
              <a:off x="2686050" y="2657474"/>
              <a:ext cx="6674119" cy="4175331"/>
              <a:chOff x="2686050" y="2657474"/>
              <a:chExt cx="6674119" cy="417533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F1B36C6E-0E30-66F7-0E7D-602207724100}"/>
                  </a:ext>
                </a:extLst>
              </p:cNvPr>
              <p:cNvSpPr/>
              <p:nvPr/>
            </p:nvSpPr>
            <p:spPr>
              <a:xfrm>
                <a:off x="2686050" y="3552826"/>
                <a:ext cx="2200275" cy="22860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0AC4315-F5FA-E864-2C2B-C41EDAFC6AF1}"/>
                  </a:ext>
                </a:extLst>
              </p:cNvPr>
              <p:cNvSpPr/>
              <p:nvPr/>
            </p:nvSpPr>
            <p:spPr>
              <a:xfrm>
                <a:off x="6238874" y="3552824"/>
                <a:ext cx="2314576" cy="3152775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2D9410-CA9D-B2D6-C9E3-D85713AA8325}"/>
                  </a:ext>
                </a:extLst>
              </p:cNvPr>
              <p:cNvSpPr txBox="1"/>
              <p:nvPr/>
            </p:nvSpPr>
            <p:spPr>
              <a:xfrm>
                <a:off x="2686050" y="3114675"/>
                <a:ext cx="22002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Radio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1FE7F7-1634-B97E-B11E-753DE96BAAD9}"/>
                  </a:ext>
                </a:extLst>
              </p:cNvPr>
              <p:cNvSpPr txBox="1"/>
              <p:nvPr/>
            </p:nvSpPr>
            <p:spPr>
              <a:xfrm>
                <a:off x="6238873" y="3114675"/>
                <a:ext cx="2314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HTCommander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BB6FF3F7-5C8D-1C7F-D9BD-354A1F5B839A}"/>
                  </a:ext>
                </a:extLst>
              </p:cNvPr>
              <p:cNvSpPr/>
              <p:nvPr/>
            </p:nvSpPr>
            <p:spPr>
              <a:xfrm>
                <a:off x="3243262" y="3971925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Hardware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6ADAFE9-8861-E182-9831-FE16A904CFB6}"/>
                  </a:ext>
                </a:extLst>
              </p:cNvPr>
              <p:cNvSpPr/>
              <p:nvPr/>
            </p:nvSpPr>
            <p:spPr>
              <a:xfrm>
                <a:off x="3243262" y="4872037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Encoder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9866DBC-CB46-A5DA-0E80-1BF3DBCAC779}"/>
                  </a:ext>
                </a:extLst>
              </p:cNvPr>
              <p:cNvSpPr/>
              <p:nvPr/>
            </p:nvSpPr>
            <p:spPr>
              <a:xfrm>
                <a:off x="6619875" y="4867277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Decoder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8B1499AE-948A-6860-231C-8468D2CF3078}"/>
                  </a:ext>
                </a:extLst>
              </p:cNvPr>
              <p:cNvSpPr/>
              <p:nvPr/>
            </p:nvSpPr>
            <p:spPr>
              <a:xfrm>
                <a:off x="6619875" y="574119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Software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pic>
            <p:nvPicPr>
              <p:cNvPr id="1026" name="Picture 2" descr="Bluetooth PNG Download Image">
                <a:extLst>
                  <a:ext uri="{FF2B5EF4-FFF2-40B4-BE49-F238E27FC236}">
                    <a16:creationId xmlns:a16="http://schemas.microsoft.com/office/drawing/2014/main" id="{E09834EE-B115-9BCE-BADA-150A830677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1125" y="3686176"/>
                <a:ext cx="833436" cy="5000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B04F839-7F5E-E8F3-6EF0-3D4681335336}"/>
                  </a:ext>
                </a:extLst>
              </p:cNvPr>
              <p:cNvCxnSpPr>
                <a:endCxn id="8" idx="1"/>
              </p:cNvCxnSpPr>
              <p:nvPr/>
            </p:nvCxnSpPr>
            <p:spPr>
              <a:xfrm rot="16200000" flipH="1">
                <a:off x="2228850" y="3305175"/>
                <a:ext cx="1662113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Elbow 17">
                <a:extLst>
                  <a:ext uri="{FF2B5EF4-FFF2-40B4-BE49-F238E27FC236}">
                    <a16:creationId xmlns:a16="http://schemas.microsoft.com/office/drawing/2014/main" id="{3B69C1DC-3624-A1DD-07EB-1C5ADB1701FC}"/>
                  </a:ext>
                </a:extLst>
              </p:cNvPr>
              <p:cNvCxnSpPr>
                <a:endCxn id="9" idx="1"/>
              </p:cNvCxnSpPr>
              <p:nvPr/>
            </p:nvCxnSpPr>
            <p:spPr>
              <a:xfrm rot="16200000" flipH="1">
                <a:off x="1778793" y="3755231"/>
                <a:ext cx="2562226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1143D26-2ED3-7BCE-CC94-2F611F312D58}"/>
                  </a:ext>
                </a:extLst>
              </p:cNvPr>
              <p:cNvCxnSpPr>
                <a:cxnSpLocks/>
                <a:stCxn id="9" idx="3"/>
                <a:endCxn id="10" idx="1"/>
              </p:cNvCxnSpPr>
              <p:nvPr/>
            </p:nvCxnSpPr>
            <p:spPr>
              <a:xfrm flipV="1">
                <a:off x="4595812" y="5214940"/>
                <a:ext cx="2024063" cy="4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C5E6B9E-A682-C27F-D425-D554B72E8A79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7377114" y="5562602"/>
                <a:ext cx="0" cy="178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FB63045-4308-3E01-C549-F187A3A27CB6}"/>
                  </a:ext>
                </a:extLst>
              </p:cNvPr>
              <p:cNvSpPr/>
              <p:nvPr/>
            </p:nvSpPr>
            <p:spPr>
              <a:xfrm>
                <a:off x="6634161" y="397192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Deduplication</a:t>
                </a:r>
              </a:p>
            </p:txBody>
          </p:sp>
          <p:cxnSp>
            <p:nvCxnSpPr>
              <p:cNvPr id="1025" name="Straight Arrow Connector 1024">
                <a:extLst>
                  <a:ext uri="{FF2B5EF4-FFF2-40B4-BE49-F238E27FC236}">
                    <a16:creationId xmlns:a16="http://schemas.microsoft.com/office/drawing/2014/main" id="{3B898A1F-B690-2915-7D5E-CC61097F52E6}"/>
                  </a:ext>
                </a:extLst>
              </p:cNvPr>
              <p:cNvCxnSpPr>
                <a:stCxn id="8" idx="3"/>
                <a:endCxn id="27" idx="1"/>
              </p:cNvCxnSpPr>
              <p:nvPr/>
            </p:nvCxnSpPr>
            <p:spPr>
              <a:xfrm>
                <a:off x="4595812" y="4319588"/>
                <a:ext cx="20383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8" name="Connector: Elbow 1027">
                <a:extLst>
                  <a:ext uri="{FF2B5EF4-FFF2-40B4-BE49-F238E27FC236}">
                    <a16:creationId xmlns:a16="http://schemas.microsoft.com/office/drawing/2014/main" id="{D5BB15A0-8B66-4DA9-1182-F6B19834C5D3}"/>
                  </a:ext>
                </a:extLst>
              </p:cNvPr>
              <p:cNvCxnSpPr>
                <a:stCxn id="11" idx="3"/>
                <a:endCxn id="27" idx="3"/>
              </p:cNvCxnSpPr>
              <p:nvPr/>
            </p:nvCxnSpPr>
            <p:spPr>
              <a:xfrm flipV="1">
                <a:off x="8134353" y="4319588"/>
                <a:ext cx="14286" cy="1769270"/>
              </a:xfrm>
              <a:prstGeom prst="bentConnector3">
                <a:avLst>
                  <a:gd name="adj1" fmla="val 170016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03CB86AF-9928-A9BD-79FB-DD08F882998A}"/>
                  </a:ext>
                </a:extLst>
              </p:cNvPr>
              <p:cNvSpPr txBox="1"/>
              <p:nvPr/>
            </p:nvSpPr>
            <p:spPr>
              <a:xfrm>
                <a:off x="5183688" y="4374849"/>
                <a:ext cx="84830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Data Frame</a:t>
                </a:r>
              </a:p>
            </p:txBody>
          </p:sp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F3FF1A7-3506-6BD2-0059-308D818C3788}"/>
                  </a:ext>
                </a:extLst>
              </p:cNvPr>
              <p:cNvSpPr txBox="1"/>
              <p:nvPr/>
            </p:nvSpPr>
            <p:spPr>
              <a:xfrm>
                <a:off x="5150024" y="5263919"/>
                <a:ext cx="91563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Audio Frame</a:t>
                </a:r>
              </a:p>
            </p:txBody>
          </p:sp>
          <p:cxnSp>
            <p:nvCxnSpPr>
              <p:cNvPr id="1032" name="Connector: Elbow 1031">
                <a:extLst>
                  <a:ext uri="{FF2B5EF4-FFF2-40B4-BE49-F238E27FC236}">
                    <a16:creationId xmlns:a16="http://schemas.microsoft.com/office/drawing/2014/main" id="{43A01AB8-B63B-922D-16A1-E31D39849CE8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rot="5400000" flipH="1" flipV="1">
                <a:off x="8229600" y="2962275"/>
                <a:ext cx="171450" cy="1847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49064C1-FA25-FEAF-CEEB-C3801D253437}"/>
                  </a:ext>
                </a:extLst>
              </p:cNvPr>
              <p:cNvSpPr txBox="1"/>
              <p:nvPr/>
            </p:nvSpPr>
            <p:spPr>
              <a:xfrm>
                <a:off x="8680176" y="3884146"/>
                <a:ext cx="679993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More</a:t>
                </a:r>
                <a:br>
                  <a:rPr lang="en-US" sz="1100" dirty="0"/>
                </a:br>
                <a:r>
                  <a:rPr lang="en-US" sz="1100" dirty="0"/>
                  <a:t>decoded</a:t>
                </a:r>
                <a:br>
                  <a:rPr lang="en-US" sz="1100" dirty="0"/>
                </a:br>
                <a:r>
                  <a:rPr lang="en-US" sz="1100" dirty="0"/>
                  <a:t>frames</a:t>
                </a:r>
              </a:p>
            </p:txBody>
          </p:sp>
          <p:sp>
            <p:nvSpPr>
              <p:cNvPr id="1048" name="TextBox 1047">
                <a:extLst>
                  <a:ext uri="{FF2B5EF4-FFF2-40B4-BE49-F238E27FC236}">
                    <a16:creationId xmlns:a16="http://schemas.microsoft.com/office/drawing/2014/main" id="{2C437DBE-8F86-CDDE-0EA1-1ED23792434D}"/>
                  </a:ext>
                </a:extLst>
              </p:cNvPr>
              <p:cNvSpPr txBox="1"/>
              <p:nvPr/>
            </p:nvSpPr>
            <p:spPr>
              <a:xfrm>
                <a:off x="3108253" y="6001808"/>
                <a:ext cx="28907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In HTCommander, two</a:t>
                </a:r>
                <a:br>
                  <a:rPr lang="en-US" dirty="0"/>
                </a:br>
                <a:r>
                  <a:rPr lang="en-US" dirty="0"/>
                  <a:t>modems are used in parallel.</a:t>
                </a:r>
                <a:br>
                  <a:rPr lang="en-US" dirty="0"/>
                </a:br>
                <a:r>
                  <a:rPr lang="en-US" sz="1200" dirty="0"/>
                  <a:t>FEC/CRC error correction supported.</a:t>
                </a:r>
                <a:endParaRPr lang="en-US" dirty="0"/>
              </a:p>
            </p:txBody>
          </p: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98BA1FED-4ABC-304E-41E3-061AC9CC2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5812" y="4505654"/>
                <a:ext cx="395287" cy="1496154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5A939BFB-5E6F-222B-84FA-33B2D743B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01401" y="6001808"/>
                <a:ext cx="634780" cy="162982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TextBox 1055">
                <a:extLst>
                  <a:ext uri="{FF2B5EF4-FFF2-40B4-BE49-F238E27FC236}">
                    <a16:creationId xmlns:a16="http://schemas.microsoft.com/office/drawing/2014/main" id="{0EFD6026-241F-428A-90F0-D90FAAB67B13}"/>
                  </a:ext>
                </a:extLst>
              </p:cNvPr>
              <p:cNvSpPr txBox="1"/>
              <p:nvPr/>
            </p:nvSpPr>
            <p:spPr>
              <a:xfrm>
                <a:off x="2907272" y="2682381"/>
                <a:ext cx="6719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Antenna</a:t>
                </a:r>
              </a:p>
            </p:txBody>
          </p:sp>
        </p:grpSp>
      </p:grpSp>
      <p:sp>
        <p:nvSpPr>
          <p:cNvPr id="1061" name="TextBox 1060">
            <a:extLst>
              <a:ext uri="{FF2B5EF4-FFF2-40B4-BE49-F238E27FC236}">
                <a16:creationId xmlns:a16="http://schemas.microsoft.com/office/drawing/2014/main" id="{2B5449AC-3EE3-A6A1-334D-5BA87CC05D02}"/>
              </a:ext>
            </a:extLst>
          </p:cNvPr>
          <p:cNvSpPr txBox="1"/>
          <p:nvPr/>
        </p:nvSpPr>
        <p:spPr>
          <a:xfrm>
            <a:off x="2657475" y="152400"/>
            <a:ext cx="6381750" cy="25738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478D2C9C-7BA9-C3F9-F950-8B770F9D99F0}"/>
              </a:ext>
            </a:extLst>
          </p:cNvPr>
          <p:cNvSpPr/>
          <p:nvPr/>
        </p:nvSpPr>
        <p:spPr>
          <a:xfrm>
            <a:off x="2838450" y="1172313"/>
            <a:ext cx="2200275" cy="1447799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8E1619F-AF7F-C3BB-9698-6E3EC1EBAF0A}"/>
              </a:ext>
            </a:extLst>
          </p:cNvPr>
          <p:cNvSpPr txBox="1"/>
          <p:nvPr/>
        </p:nvSpPr>
        <p:spPr>
          <a:xfrm>
            <a:off x="2838450" y="734162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Radio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FF471543-BB1F-A991-F8E8-83F19C1403FB}"/>
              </a:ext>
            </a:extLst>
          </p:cNvPr>
          <p:cNvSpPr/>
          <p:nvPr/>
        </p:nvSpPr>
        <p:spPr>
          <a:xfrm>
            <a:off x="3395662" y="1591412"/>
            <a:ext cx="1352550" cy="6953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11125">
            <a:noFill/>
            <a:tailEnd type="triangle"/>
          </a:ln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Hardware</a:t>
            </a:r>
            <a:br>
              <a:rPr lang="en-US" sz="1600" b="1" dirty="0">
                <a:solidFill>
                  <a:schemeClr val="tx1"/>
                </a:solidFill>
              </a:rPr>
            </a:br>
            <a:r>
              <a:rPr lang="en-US" sz="1600" b="1" dirty="0">
                <a:solidFill>
                  <a:schemeClr val="tx1"/>
                </a:solidFill>
              </a:rPr>
              <a:t>Modem</a:t>
            </a:r>
          </a:p>
        </p:txBody>
      </p:sp>
      <p:pic>
        <p:nvPicPr>
          <p:cNvPr id="1066" name="Picture 2" descr="Bluetooth PNG Download Image">
            <a:extLst>
              <a:ext uri="{FF2B5EF4-FFF2-40B4-BE49-F238E27FC236}">
                <a16:creationId xmlns:a16="http://schemas.microsoft.com/office/drawing/2014/main" id="{70D2DC66-5009-11A4-2478-C7FD92223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525" y="1305663"/>
            <a:ext cx="833436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D4A51C55-EE72-4CA8-D901-16EDBE32ED52}"/>
              </a:ext>
            </a:extLst>
          </p:cNvPr>
          <p:cNvCxnSpPr>
            <a:endCxn id="1065" idx="1"/>
          </p:cNvCxnSpPr>
          <p:nvPr/>
        </p:nvCxnSpPr>
        <p:spPr>
          <a:xfrm rot="16200000" flipH="1">
            <a:off x="2381250" y="924662"/>
            <a:ext cx="1662113" cy="3667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Arrow Connector 1067">
            <a:extLst>
              <a:ext uri="{FF2B5EF4-FFF2-40B4-BE49-F238E27FC236}">
                <a16:creationId xmlns:a16="http://schemas.microsoft.com/office/drawing/2014/main" id="{F83A1796-278D-FD96-7D83-484C5C7A8486}"/>
              </a:ext>
            </a:extLst>
          </p:cNvPr>
          <p:cNvCxnSpPr>
            <a:cxnSpLocks/>
            <a:stCxn id="1065" idx="3"/>
          </p:cNvCxnSpPr>
          <p:nvPr/>
        </p:nvCxnSpPr>
        <p:spPr>
          <a:xfrm>
            <a:off x="4748212" y="1939075"/>
            <a:ext cx="20383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" name="TextBox 1068">
            <a:extLst>
              <a:ext uri="{FF2B5EF4-FFF2-40B4-BE49-F238E27FC236}">
                <a16:creationId xmlns:a16="http://schemas.microsoft.com/office/drawing/2014/main" id="{E0344F87-0DDF-FFC5-C163-5899654747E3}"/>
              </a:ext>
            </a:extLst>
          </p:cNvPr>
          <p:cNvSpPr txBox="1"/>
          <p:nvPr/>
        </p:nvSpPr>
        <p:spPr>
          <a:xfrm>
            <a:off x="5336088" y="1994336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Data Frame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57692CA-50D8-52AD-E38D-343F992D2D25}"/>
              </a:ext>
            </a:extLst>
          </p:cNvPr>
          <p:cNvSpPr txBox="1"/>
          <p:nvPr/>
        </p:nvSpPr>
        <p:spPr>
          <a:xfrm>
            <a:off x="3059672" y="239354"/>
            <a:ext cx="671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Antenna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E8EA938C-914D-13DF-CD90-A4530635D952}"/>
              </a:ext>
            </a:extLst>
          </p:cNvPr>
          <p:cNvSpPr txBox="1"/>
          <p:nvPr/>
        </p:nvSpPr>
        <p:spPr>
          <a:xfrm>
            <a:off x="6391274" y="1615908"/>
            <a:ext cx="2314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/ KISS</a:t>
            </a:r>
            <a:br>
              <a:rPr lang="en-US" dirty="0"/>
            </a:br>
            <a:r>
              <a:rPr lang="en-US" dirty="0"/>
              <a:t>Application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3B78C4CB-698C-4F77-FF53-0A791ACC0A24}"/>
              </a:ext>
            </a:extLst>
          </p:cNvPr>
          <p:cNvSpPr txBox="1"/>
          <p:nvPr/>
        </p:nvSpPr>
        <p:spPr>
          <a:xfrm>
            <a:off x="5741280" y="258977"/>
            <a:ext cx="31570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 normal applications,</a:t>
            </a:r>
            <a:br>
              <a:rPr lang="en-US" dirty="0"/>
            </a:br>
            <a:r>
              <a:rPr lang="en-US" dirty="0"/>
              <a:t>only the radio’s modem is used.</a:t>
            </a:r>
            <a:br>
              <a:rPr lang="en-US" dirty="0"/>
            </a:br>
            <a:r>
              <a:rPr lang="en-US" sz="1200" dirty="0"/>
              <a:t>No FEC/CRC error correction.</a:t>
            </a:r>
            <a:endParaRPr lang="en-US" dirty="0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099BEC3F-22C3-6CA9-98C1-40B02C1C3A6A}"/>
              </a:ext>
            </a:extLst>
          </p:cNvPr>
          <p:cNvCxnSpPr>
            <a:cxnSpLocks/>
          </p:cNvCxnSpPr>
          <p:nvPr/>
        </p:nvCxnSpPr>
        <p:spPr>
          <a:xfrm flipV="1">
            <a:off x="4784608" y="891979"/>
            <a:ext cx="1312332" cy="655214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B1E8C88-F417-63B2-9EAE-CD47AA8127AA}"/>
              </a:ext>
            </a:extLst>
          </p:cNvPr>
          <p:cNvGrpSpPr/>
          <p:nvPr/>
        </p:nvGrpSpPr>
        <p:grpSpPr>
          <a:xfrm>
            <a:off x="2331739" y="696686"/>
            <a:ext cx="7894086" cy="5225142"/>
            <a:chOff x="2331739" y="696686"/>
            <a:chExt cx="7894086" cy="522514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A9CCE60-C396-1988-D22D-30DF2E581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009"/>
            <a:stretch>
              <a:fillRect/>
            </a:stretch>
          </p:blipFill>
          <p:spPr>
            <a:xfrm>
              <a:off x="4739950" y="696686"/>
              <a:ext cx="4584635" cy="2750975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DDB5D94-B560-EDA6-E1D2-D9D11D11A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907"/>
            <a:stretch>
              <a:fillRect/>
            </a:stretch>
          </p:blipFill>
          <p:spPr>
            <a:xfrm>
              <a:off x="2331739" y="1219851"/>
              <a:ext cx="4553007" cy="2750975"/>
            </a:xfrm>
            <a:prstGeom prst="rect">
              <a:avLst/>
            </a:prstGeom>
            <a:effectLst>
              <a:outerShdw blurRad="1524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C090FB6-D933-DEC6-13BB-A39E23F37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872"/>
            <a:stretch>
              <a:fillRect/>
            </a:stretch>
          </p:blipFill>
          <p:spPr>
            <a:xfrm>
              <a:off x="2976367" y="3166838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D7C6110-4810-880F-823A-5DC9A407F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872"/>
            <a:stretch>
              <a:fillRect/>
            </a:stretch>
          </p:blipFill>
          <p:spPr>
            <a:xfrm>
              <a:off x="5641190" y="2593331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4378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116</Words>
  <Application>Microsoft Office PowerPoint</Application>
  <PresentationFormat>Widescreen</PresentationFormat>
  <Paragraphs>24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31</cp:revision>
  <dcterms:created xsi:type="dcterms:W3CDTF">2026-07-19T22:18:35Z</dcterms:created>
  <dcterms:modified xsi:type="dcterms:W3CDTF">2026-08-21T01:59:50Z</dcterms:modified>
</cp:coreProperties>
</file>