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8" d="100"/>
          <a:sy n="78" d="100"/>
        </p:scale>
        <p:origin x="154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18</cp:revision>
  <dcterms:created xsi:type="dcterms:W3CDTF">2026-07-19T22:18:35Z</dcterms:created>
  <dcterms:modified xsi:type="dcterms:W3CDTF">2026-07-19T23:39:46Z</dcterms:modified>
</cp:coreProperties>
</file>