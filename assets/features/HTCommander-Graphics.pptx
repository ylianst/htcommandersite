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80" d="100"/>
          <a:sy n="80" d="100"/>
        </p:scale>
        <p:origin x="58" y="7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viewProps" Target="view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9042050-0DB2-A00F-61AD-2B67CD3072DB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62056A1D-1D39-DCD6-F680-6EADB1802590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F4AAE54-163C-D0CA-D4F0-3B10401CEC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A8C05FBA-26F5-C888-09C4-DEC6B28C809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6C226EAC-0745-59CD-215D-3C390762496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1824190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49F1E8C-5612-8FE7-4D8C-0BD65469C4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5173C92-6744-8E4D-2B74-9E6E9D30CBC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9C811F-9A84-55D7-25C9-3BB2525FBDA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EA49FF6-65A9-AA9E-479B-90790CA402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2EB1EF9-DC9D-9C50-FC4B-4EA301B074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149872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96A8D14-9C6D-BFD3-87E3-E2A8FCA63FE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991D4186-B229-5F19-3933-16B7E99B032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47E2FA6-442D-A1B0-5431-7F64CD1373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24D72DD-94BD-4D60-F3E8-43902CB0DCA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91B068A-F55C-6FF8-3D55-4961C11256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97506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C924C70-2B47-6105-662D-87678122DE4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C8A2C-4CEF-4064-650A-501DDE186DCB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0AB8340-7A1A-4D40-C4E4-54D0117EE7A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7615507-B4D5-5878-09DF-019FB67A595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82E5439-1A6C-6793-3EAA-A6BD7F4511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E51C3C0-37A1-96FF-377C-8B654B340F2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2231631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7B5E5E-C16D-18A7-89B2-3D457930FBD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09257F-A122-5F06-30BB-E7F40A74517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BAA73E4F-46BC-F99E-98EB-2F80F0FE2974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8A54DF2-AF4A-D289-70EA-0CB5290C1EB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5D43DE59-0E50-DA16-AF7D-35168B5DAE2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BF7864A-F0E8-3473-0517-6C143DCEF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CDD062EE-ABF1-2047-FDDA-D569412AE3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1832C7F4-FE12-3BD9-A003-E3FE01B5C1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233192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82D2338-7526-6486-F893-2A62CD7F375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02ED1543-6AF5-3306-CFAD-717BA75C6D9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C6CBCFF2-BFC1-A13A-53BE-99EEEAA3489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EEA28D3D-F352-9E15-5F93-43E0ACC576C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66116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68A8F26D-1F4D-99E3-9C89-0C24333C52B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6D20D37F-A0E7-276E-9568-8240D476397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5D609D0-1B68-EBFC-352E-EDC9883B8C9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91362514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35295D5-BAF9-0B94-CFAE-1BED54C6A2A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9BDE4D17-28E0-CD95-1607-FB180F746E1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4486E1AE-1805-B331-3523-B8E41ED8D79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084421D-8D7B-2EDA-FA05-BE99A5A60926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83ADF687-12D3-FCD1-4705-F16160487F5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0F7B7B6-C8EE-5789-F7FD-197E036204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54988092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19780A5-66A0-9FC4-2218-DAFD144E80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9457465A-2B61-1D4A-A427-80AD84CB3A59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7E66F5D-F61A-F9D8-5532-FDA52378D176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7E125FEE-D10D-B6C6-CB72-7918C004DD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FC652D2C-4385-0731-A415-6C161A59DBB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952C3AC-61FF-B8E7-6297-9258D18B58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21610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1172491-D103-8A39-DFB2-AEA7F13D67C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FFD91211-EA1C-BCE2-C3EB-55C2F8268EDF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DEA37C1-25F3-1C77-44F7-AEAE379A29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9F55936-BEC5-AC50-FE74-1F5D8FE93D9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7635290-AD6F-0260-8FAC-1038B47C635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5026238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4C26F1D8-466B-17AE-FFE6-3AD98CD63536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E19B779E-7F23-8F99-D376-09A4E02EABD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C76525F-D340-0C52-E660-98C9F7194C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75B8DF5E-4CCA-0BDE-8959-18EF293BA89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442394C-A553-F5FA-6D18-34F461718F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40631635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EDE757B8-9E34-74A1-5E33-B1A3BB79A87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0C05361-B808-8BA5-EA3B-761AB8F4A12E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08F8A52-5379-4987-AC80-72A41BC5FE8B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343D8D9C-7A3F-45CF-BE2D-BF1D52B1CCA8}" type="datetimeFigureOut">
              <a:rPr lang="en-US" smtClean="0"/>
              <a:t>8/13/2026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ACE176C-53C7-FBBF-3A38-5986E532F98F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B93B86-F4A0-AAFA-758E-751618F395BA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9C94531-DC6D-4043-A740-BC73BFB62E1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8210943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png"/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2.png"/><Relationship Id="rId2" Type="http://schemas.openxmlformats.org/officeDocument/2006/relationships/image" Target="../media/image21.pn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24.png"/><Relationship Id="rId4" Type="http://schemas.openxmlformats.org/officeDocument/2006/relationships/image" Target="../media/image23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6.png"/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2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9.png"/><Relationship Id="rId2" Type="http://schemas.openxmlformats.org/officeDocument/2006/relationships/image" Target="../media/image28.jpeg"/><Relationship Id="rId1" Type="http://schemas.openxmlformats.org/officeDocument/2006/relationships/slideLayout" Target="../slideLayouts/slideLayout7.xml"/><Relationship Id="rId5" Type="http://schemas.openxmlformats.org/officeDocument/2006/relationships/image" Target="../media/image31.png"/><Relationship Id="rId4" Type="http://schemas.openxmlformats.org/officeDocument/2006/relationships/image" Target="../media/image3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2.png"/><Relationship Id="rId1" Type="http://schemas.openxmlformats.org/officeDocument/2006/relationships/slideLayout" Target="../slideLayouts/slideLayout7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5.png"/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7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7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7.png"/><Relationship Id="rId1" Type="http://schemas.openxmlformats.org/officeDocument/2006/relationships/slideLayout" Target="../slideLayouts/slideLayout7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9.png"/><Relationship Id="rId2" Type="http://schemas.openxmlformats.org/officeDocument/2006/relationships/image" Target="../media/image38.png"/><Relationship Id="rId1" Type="http://schemas.openxmlformats.org/officeDocument/2006/relationships/slideLayout" Target="../slideLayouts/slideLayout7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7.xml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43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4.png"/><Relationship Id="rId1" Type="http://schemas.openxmlformats.org/officeDocument/2006/relationships/slideLayout" Target="../slideLayouts/slideLayout7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5.png"/><Relationship Id="rId1" Type="http://schemas.openxmlformats.org/officeDocument/2006/relationships/slideLayout" Target="../slideLayouts/slideLayout7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4" name="Group 13">
            <a:extLst>
              <a:ext uri="{FF2B5EF4-FFF2-40B4-BE49-F238E27FC236}">
                <a16:creationId xmlns:a16="http://schemas.microsoft.com/office/drawing/2014/main" id="{2C7630ED-AC88-00E1-ECD3-2BB7F04FC9EE}"/>
              </a:ext>
            </a:extLst>
          </p:cNvPr>
          <p:cNvGrpSpPr/>
          <p:nvPr/>
        </p:nvGrpSpPr>
        <p:grpSpPr>
          <a:xfrm>
            <a:off x="2263283" y="557151"/>
            <a:ext cx="7954241" cy="5552780"/>
            <a:chOff x="2263283" y="557151"/>
            <a:chExt cx="7954241" cy="5552780"/>
          </a:xfrm>
        </p:grpSpPr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AE32F324-7ACF-1987-BC8E-AB3EC0C720C1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263283" y="557151"/>
              <a:ext cx="7015222" cy="509990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9" name="Picture 8">
              <a:extLst>
                <a:ext uri="{FF2B5EF4-FFF2-40B4-BE49-F238E27FC236}">
                  <a16:creationId xmlns:a16="http://schemas.microsoft.com/office/drawing/2014/main" id="{D1097795-89DC-E79F-1F11-C7C0CA1BAEC5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6587414" y="1919717"/>
              <a:ext cx="3630110" cy="4190214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557585055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73F893BC-013E-B2C2-33EB-E01108FC9AB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47650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E111C62F-4BEE-7C42-CEDD-BCBE62F1AF7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607729" y="2409517"/>
            <a:ext cx="3470336" cy="390476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6423905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" name="Picture 11">
            <a:extLst>
              <a:ext uri="{FF2B5EF4-FFF2-40B4-BE49-F238E27FC236}">
                <a16:creationId xmlns:a16="http://schemas.microsoft.com/office/drawing/2014/main" id="{A9055C3E-810D-E5A3-3C88-7A8383711FC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90067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0159176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E86BC1C-3EF8-B3DE-39FC-BD63459F5A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772494" y="731566"/>
            <a:ext cx="7015222" cy="5099901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C531F500-6994-604D-E588-08C64953E4CB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13755" y="1563329"/>
            <a:ext cx="3499072" cy="4825677"/>
          </a:xfrm>
          <a:prstGeom prst="rect">
            <a:avLst/>
          </a:prstGeom>
          <a:effectLst>
            <a:outerShdw blurRad="177800" dist="38100" dir="5400000" sx="105000" sy="105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758536372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0459EA40-E385-B8F8-C88A-07700D9B8B2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061201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EC6F521-24C8-ACC1-4282-8770C1B52FF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794953" y="2287430"/>
            <a:ext cx="3781773" cy="390783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833399352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5034B796-4772-0A1D-E990-A98471D5E89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15274" y="73156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9748420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F9E171FF-ACC5-7D04-516E-BBF74FAED2D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59741" y="633244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8A393B1-1629-63FA-927C-391465FF4EBA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3600" y="1030511"/>
            <a:ext cx="3697910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35199618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281574AD-E093-E7B3-7264-125728C1E13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49"/>
            <a:ext cx="7015222" cy="5099901"/>
          </a:xfrm>
          <a:prstGeom prst="rect">
            <a:avLst/>
          </a:prstGeom>
          <a:effectLst>
            <a:outerShdw blurRad="1524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07299029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B090D335-4C80-7812-B729-EEFDB814B8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05333191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45A8D73F-FD5C-70A7-382C-CE312A8456AF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8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4" name="Picture 3">
            <a:extLst>
              <a:ext uri="{FF2B5EF4-FFF2-40B4-BE49-F238E27FC236}">
                <a16:creationId xmlns:a16="http://schemas.microsoft.com/office/drawing/2014/main" id="{AB982A0D-B02B-4788-DA98-05AAF9BF8605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40128" y="2429045"/>
            <a:ext cx="3726427" cy="2505306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19213065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4E124503-9E62-7944-89F8-00ABDCB1CA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6955" y="879049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8563549A-C686-DC30-6A5E-70896248342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28311" y="2576052"/>
            <a:ext cx="3494914" cy="367414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5962975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>
            <a:extLst>
              <a:ext uri="{FF2B5EF4-FFF2-40B4-BE49-F238E27FC236}">
                <a16:creationId xmlns:a16="http://schemas.microsoft.com/office/drawing/2014/main" id="{473FA8A9-8364-5924-CA87-640D49144D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780726"/>
            <a:ext cx="7015222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02CFA1DF-408B-DD3B-E6A8-F955AD28791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46489" y="1956619"/>
            <a:ext cx="3723077" cy="425245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626924585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31640673-502E-C78A-759F-45F3838AE79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41754" y="884434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6" name="Picture 5">
            <a:extLst>
              <a:ext uri="{FF2B5EF4-FFF2-40B4-BE49-F238E27FC236}">
                <a16:creationId xmlns:a16="http://schemas.microsoft.com/office/drawing/2014/main" id="{0E695E9A-0EDE-EFC2-0201-1416EB8A274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604002" y="1720177"/>
            <a:ext cx="5674971" cy="412557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1026" name="Picture 2">
            <a:extLst>
              <a:ext uri="{FF2B5EF4-FFF2-40B4-BE49-F238E27FC236}">
                <a16:creationId xmlns:a16="http://schemas.microsoft.com/office/drawing/2014/main" id="{89AA5004-77E6-27EF-0C45-ACFEA93BFB2A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665230" y="1256070"/>
            <a:ext cx="865238" cy="576826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8" name="Picture 4">
            <a:extLst>
              <a:ext uri="{FF2B5EF4-FFF2-40B4-BE49-F238E27FC236}">
                <a16:creationId xmlns:a16="http://schemas.microsoft.com/office/drawing/2014/main" id="{6DE81E65-030A-5AEC-D79E-9D3A2449686B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2724788" y="4924321"/>
            <a:ext cx="865241" cy="576827"/>
          </a:xfrm>
          <a:prstGeom prst="rect">
            <a:avLst/>
          </a:prstGeom>
          <a:noFill/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00277902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4128446F-DBE5-FA95-941A-77E53FB7FCB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21695" y="800391"/>
            <a:ext cx="7015223" cy="509990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9401A657-5AEF-E318-4786-A69F0BF8B68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297777" y="2229730"/>
            <a:ext cx="3439049" cy="396967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5" name="Picture 4">
            <a:extLst>
              <a:ext uri="{FF2B5EF4-FFF2-40B4-BE49-F238E27FC236}">
                <a16:creationId xmlns:a16="http://schemas.microsoft.com/office/drawing/2014/main" id="{BB990485-CB12-9EE7-E330-78BA4890B13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1318212">
            <a:off x="4478906" y="4635803"/>
            <a:ext cx="3234189" cy="130510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916638224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A2220139-6A05-7934-44AB-BF412E0CE44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522759" y="1327358"/>
            <a:ext cx="4021390" cy="3016042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9" name="Picture 8">
            <a:extLst>
              <a:ext uri="{FF2B5EF4-FFF2-40B4-BE49-F238E27FC236}">
                <a16:creationId xmlns:a16="http://schemas.microsoft.com/office/drawing/2014/main" id="{D5A7E43B-2D77-2255-E063-74B70FD527F1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508362" y="2256640"/>
            <a:ext cx="4475432" cy="279714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1C1C59CE-C8B7-6376-C28F-E60FB844B1B1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63195" y="2835379"/>
            <a:ext cx="3951030" cy="2872305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ECF704FE-CA3E-3DD1-846B-169CC10D700C}"/>
              </a:ext>
            </a:extLst>
          </p:cNvPr>
          <p:cNvPicPr>
            <a:picLocks noChangeAspect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08877" y="1327358"/>
            <a:ext cx="1719470" cy="3726427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34454170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" name="Picture 12">
            <a:extLst>
              <a:ext uri="{FF2B5EF4-FFF2-40B4-BE49-F238E27FC236}">
                <a16:creationId xmlns:a16="http://schemas.microsoft.com/office/drawing/2014/main" id="{1B30DA2A-7B86-9664-5F2F-E624B0A60F6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89" y="879050"/>
            <a:ext cx="7015222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sp>
        <p:nvSpPr>
          <p:cNvPr id="4" name="Freeform: Shape 3">
            <a:extLst>
              <a:ext uri="{FF2B5EF4-FFF2-40B4-BE49-F238E27FC236}">
                <a16:creationId xmlns:a16="http://schemas.microsoft.com/office/drawing/2014/main" id="{55DC79EC-73C5-C91B-9BB6-7B64FBCBB975}"/>
              </a:ext>
            </a:extLst>
          </p:cNvPr>
          <p:cNvSpPr/>
          <p:nvPr/>
        </p:nvSpPr>
        <p:spPr>
          <a:xfrm>
            <a:off x="4552335" y="4699819"/>
            <a:ext cx="3982065" cy="909939"/>
          </a:xfrm>
          <a:custGeom>
            <a:avLst/>
            <a:gdLst>
              <a:gd name="connsiteX0" fmla="*/ 0 w 3982065"/>
              <a:gd name="connsiteY0" fmla="*/ 580104 h 909939"/>
              <a:gd name="connsiteX1" fmla="*/ 2507226 w 3982065"/>
              <a:gd name="connsiteY1" fmla="*/ 884904 h 909939"/>
              <a:gd name="connsiteX2" fmla="*/ 3982065 w 3982065"/>
              <a:gd name="connsiteY2" fmla="*/ 0 h 90993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</a:cxnLst>
            <a:rect l="l" t="t" r="r" b="b"/>
            <a:pathLst>
              <a:path w="3982065" h="909939">
                <a:moveTo>
                  <a:pt x="0" y="580104"/>
                </a:moveTo>
                <a:cubicBezTo>
                  <a:pt x="921774" y="780846"/>
                  <a:pt x="1843548" y="981588"/>
                  <a:pt x="2507226" y="884904"/>
                </a:cubicBezTo>
                <a:cubicBezTo>
                  <a:pt x="3170904" y="788220"/>
                  <a:pt x="3576484" y="394110"/>
                  <a:pt x="3982065" y="0"/>
                </a:cubicBezTo>
              </a:path>
            </a:pathLst>
          </a:custGeom>
          <a:noFill/>
          <a:ln w="111125">
            <a:solidFill>
              <a:schemeClr val="accent2">
                <a:lumMod val="75000"/>
              </a:schemeClr>
            </a:solidFill>
            <a:tailEnd type="triangle"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33629447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>
            <a:extLst>
              <a:ext uri="{FF2B5EF4-FFF2-40B4-BE49-F238E27FC236}">
                <a16:creationId xmlns:a16="http://schemas.microsoft.com/office/drawing/2014/main" id="{02B58F36-B1AF-5F55-1660-7508D949BDD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88390" y="879050"/>
            <a:ext cx="701522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3277785792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>
            <a:extLst>
              <a:ext uri="{FF2B5EF4-FFF2-40B4-BE49-F238E27FC236}">
                <a16:creationId xmlns:a16="http://schemas.microsoft.com/office/drawing/2014/main" id="{A5F6B81D-3CDE-006E-AD34-0722282C5A6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020065" y="1056029"/>
            <a:ext cx="4660606" cy="3388151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3" name="Picture 2">
            <a:extLst>
              <a:ext uri="{FF2B5EF4-FFF2-40B4-BE49-F238E27FC236}">
                <a16:creationId xmlns:a16="http://schemas.microsoft.com/office/drawing/2014/main" id="{29C5262D-15BA-04F1-2586-73C3078CBCD9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1986" y="1917228"/>
            <a:ext cx="4660605" cy="338815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93353930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>
            <a:extLst>
              <a:ext uri="{FF2B5EF4-FFF2-40B4-BE49-F238E27FC236}">
                <a16:creationId xmlns:a16="http://schemas.microsoft.com/office/drawing/2014/main" id="{8489F06E-DA72-3679-3FFF-47BE3118C8F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999418" y="987205"/>
            <a:ext cx="7015221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232734633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>
            <a:extLst>
              <a:ext uri="{FF2B5EF4-FFF2-40B4-BE49-F238E27FC236}">
                <a16:creationId xmlns:a16="http://schemas.microsoft.com/office/drawing/2014/main" id="{23A55069-5D40-1031-1619-4290D77A6B3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06559" y="879050"/>
            <a:ext cx="7015220" cy="5099900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1117990148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>
            <a:extLst>
              <a:ext uri="{FF2B5EF4-FFF2-40B4-BE49-F238E27FC236}">
                <a16:creationId xmlns:a16="http://schemas.microsoft.com/office/drawing/2014/main" id="{57FB9B7D-A77B-659D-62D3-F2F4AFBB810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91780" y="879050"/>
            <a:ext cx="7474560" cy="509989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  <p:pic>
        <p:nvPicPr>
          <p:cNvPr id="7" name="Picture 6">
            <a:extLst>
              <a:ext uri="{FF2B5EF4-FFF2-40B4-BE49-F238E27FC236}">
                <a16:creationId xmlns:a16="http://schemas.microsoft.com/office/drawing/2014/main" id="{8ADB22AF-9DB3-48E3-F347-6BFEF430C77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882719" y="2144035"/>
            <a:ext cx="4226975" cy="4128673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527475444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>
            <a:extLst>
              <a:ext uri="{FF2B5EF4-FFF2-40B4-BE49-F238E27FC236}">
                <a16:creationId xmlns:a16="http://schemas.microsoft.com/office/drawing/2014/main" id="{2E7620C0-8209-7A90-FB4E-9BECC5E4313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546065" y="880583"/>
            <a:ext cx="7099870" cy="5096834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2140605618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9" name="Group 8">
            <a:extLst>
              <a:ext uri="{FF2B5EF4-FFF2-40B4-BE49-F238E27FC236}">
                <a16:creationId xmlns:a16="http://schemas.microsoft.com/office/drawing/2014/main" id="{AA59643D-0640-13C6-A3A2-2F8823AF4131}"/>
              </a:ext>
            </a:extLst>
          </p:cNvPr>
          <p:cNvGrpSpPr/>
          <p:nvPr/>
        </p:nvGrpSpPr>
        <p:grpSpPr>
          <a:xfrm>
            <a:off x="2379799" y="881265"/>
            <a:ext cx="7896120" cy="5480207"/>
            <a:chOff x="2379799" y="881265"/>
            <a:chExt cx="7896120" cy="5480207"/>
          </a:xfrm>
        </p:grpSpPr>
        <p:pic>
          <p:nvPicPr>
            <p:cNvPr id="4" name="Picture 3">
              <a:extLst>
                <a:ext uri="{FF2B5EF4-FFF2-40B4-BE49-F238E27FC236}">
                  <a16:creationId xmlns:a16="http://schemas.microsoft.com/office/drawing/2014/main" id="{9F35D775-1BFB-9DF9-CDA4-B224483DCEE0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796010" y="881265"/>
              <a:ext cx="6994690" cy="5095469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CA962E20-00D6-44E3-1DFC-03AF2433505D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7031306" y="1772239"/>
              <a:ext cx="3244613" cy="4407031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grpSp>
          <p:nvGrpSpPr>
            <p:cNvPr id="8" name="Group 7">
              <a:extLst>
                <a:ext uri="{FF2B5EF4-FFF2-40B4-BE49-F238E27FC236}">
                  <a16:creationId xmlns:a16="http://schemas.microsoft.com/office/drawing/2014/main" id="{5998E2BB-9B1F-AD93-2701-4AE3526EE310}"/>
                </a:ext>
              </a:extLst>
            </p:cNvPr>
            <p:cNvGrpSpPr/>
            <p:nvPr/>
          </p:nvGrpSpPr>
          <p:grpSpPr>
            <a:xfrm>
              <a:off x="2379799" y="4640070"/>
              <a:ext cx="2419350" cy="1721402"/>
              <a:chOff x="7836702" y="2968585"/>
              <a:chExt cx="2419350" cy="1721402"/>
            </a:xfrm>
          </p:grpSpPr>
          <p:sp>
            <p:nvSpPr>
              <p:cNvPr id="7" name="Rectangle: Rounded Corners 6">
                <a:extLst>
                  <a:ext uri="{FF2B5EF4-FFF2-40B4-BE49-F238E27FC236}">
                    <a16:creationId xmlns:a16="http://schemas.microsoft.com/office/drawing/2014/main" id="{93D09995-75DC-55A1-4381-E425DA7CE334}"/>
                  </a:ext>
                </a:extLst>
              </p:cNvPr>
              <p:cNvSpPr/>
              <p:nvPr/>
            </p:nvSpPr>
            <p:spPr>
              <a:xfrm>
                <a:off x="7836702" y="2968585"/>
                <a:ext cx="2419350" cy="1721402"/>
              </a:xfrm>
              <a:prstGeom prst="roundRect">
                <a:avLst/>
              </a:prstGeom>
              <a:solidFill>
                <a:schemeClr val="bg1"/>
              </a:solidFill>
              <a:ln w="111125">
                <a:noFill/>
                <a:tailEnd type="triangle"/>
              </a:ln>
              <a:effectLst>
                <a:outerShdw blurRad="177800" dist="38100" dir="5400000" sx="104000" sy="104000" algn="t" rotWithShape="0">
                  <a:prstClr val="black">
                    <a:alpha val="40000"/>
                  </a:prstClr>
                </a:outerShdw>
              </a:effectLst>
            </p:spPr>
            <p:style>
              <a:lnRef idx="2">
                <a:schemeClr val="accent1">
                  <a:shade val="15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rtlCol="0" anchor="ctr"/>
              <a:lstStyle/>
              <a:p>
                <a:pPr algn="ctr"/>
                <a:endParaRPr lang="en-US"/>
              </a:p>
            </p:txBody>
          </p:sp>
          <p:pic>
            <p:nvPicPr>
              <p:cNvPr id="6" name="Picture 5">
                <a:extLst>
                  <a:ext uri="{FF2B5EF4-FFF2-40B4-BE49-F238E27FC236}">
                    <a16:creationId xmlns:a16="http://schemas.microsoft.com/office/drawing/2014/main" id="{BFFE85DD-6ADD-4AFF-B5C3-ABBC372D179E}"/>
                  </a:ext>
                </a:extLst>
              </p:cNvPr>
              <p:cNvPicPr>
                <a:picLocks noChangeAspect="1"/>
              </p:cNvPicPr>
              <p:nvPr/>
            </p:nvPicPr>
            <p:blipFill>
              <a:blip r:embed="rId4"/>
              <a:stretch>
                <a:fillRect/>
              </a:stretch>
            </p:blipFill>
            <p:spPr>
              <a:xfrm>
                <a:off x="8027371" y="3106870"/>
                <a:ext cx="2001532" cy="1439769"/>
              </a:xfrm>
              <a:prstGeom prst="rect">
                <a:avLst/>
              </a:prstGeom>
            </p:spPr>
          </p:pic>
        </p:grpSp>
      </p:grpSp>
    </p:spTree>
    <p:extLst>
      <p:ext uri="{BB962C8B-B14F-4D97-AF65-F5344CB8AC3E}">
        <p14:creationId xmlns:p14="http://schemas.microsoft.com/office/powerpoint/2010/main" val="2482258480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" name="Picture 10">
            <a:extLst>
              <a:ext uri="{FF2B5EF4-FFF2-40B4-BE49-F238E27FC236}">
                <a16:creationId xmlns:a16="http://schemas.microsoft.com/office/drawing/2014/main" id="{AA2A036F-36E0-3AA0-ABEB-8202B478FA7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22008" y="881265"/>
            <a:ext cx="6994690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724407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>
            <a:extLst>
              <a:ext uri="{FF2B5EF4-FFF2-40B4-BE49-F238E27FC236}">
                <a16:creationId xmlns:a16="http://schemas.microsoft.com/office/drawing/2014/main" id="{37F3621E-4BCD-0817-6FCA-2C8FFBE3731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03834" y="1041520"/>
            <a:ext cx="7640622" cy="5095469"/>
          </a:xfrm>
          <a:prstGeom prst="rect">
            <a:avLst/>
          </a:prstGeom>
          <a:effectLst>
            <a:outerShdw blurRad="177800" dist="38100" dir="5400000" sx="103000" sy="103000" algn="t" rotWithShape="0">
              <a:prstClr val="black">
                <a:alpha val="40000"/>
              </a:prstClr>
            </a:outerShdw>
          </a:effectLst>
        </p:spPr>
      </p:pic>
    </p:spTree>
    <p:extLst>
      <p:ext uri="{BB962C8B-B14F-4D97-AF65-F5344CB8AC3E}">
        <p14:creationId xmlns:p14="http://schemas.microsoft.com/office/powerpoint/2010/main" val="4183615035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6" name="Group 5">
            <a:extLst>
              <a:ext uri="{FF2B5EF4-FFF2-40B4-BE49-F238E27FC236}">
                <a16:creationId xmlns:a16="http://schemas.microsoft.com/office/drawing/2014/main" id="{1910E1D4-ED12-878D-9FEF-466AD69478C3}"/>
              </a:ext>
            </a:extLst>
          </p:cNvPr>
          <p:cNvGrpSpPr/>
          <p:nvPr/>
        </p:nvGrpSpPr>
        <p:grpSpPr>
          <a:xfrm>
            <a:off x="2158737" y="711316"/>
            <a:ext cx="6698959" cy="5435368"/>
            <a:chOff x="2158737" y="711316"/>
            <a:chExt cx="6698959" cy="5435368"/>
          </a:xfrm>
        </p:grpSpPr>
        <p:pic>
          <p:nvPicPr>
            <p:cNvPr id="3" name="Picture 2">
              <a:extLst>
                <a:ext uri="{FF2B5EF4-FFF2-40B4-BE49-F238E27FC236}">
                  <a16:creationId xmlns:a16="http://schemas.microsoft.com/office/drawing/2014/main" id="{E0236854-FAF1-EB24-D6AB-2E5B102C92FF}"/>
                </a:ext>
              </a:extLst>
            </p:cNvPr>
            <p:cNvPicPr>
              <a:picLocks noChangeAspect="1"/>
            </p:cNvPicPr>
            <p:nvPr/>
          </p:nvPicPr>
          <p:blipFill>
            <a:blip r:embed="rId2"/>
            <a:stretch>
              <a:fillRect/>
            </a:stretch>
          </p:blipFill>
          <p:spPr>
            <a:xfrm>
              <a:off x="2158737" y="711316"/>
              <a:ext cx="6388275" cy="4902346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  <p:pic>
          <p:nvPicPr>
            <p:cNvPr id="5" name="Picture 4">
              <a:extLst>
                <a:ext uri="{FF2B5EF4-FFF2-40B4-BE49-F238E27FC236}">
                  <a16:creationId xmlns:a16="http://schemas.microsoft.com/office/drawing/2014/main" id="{BEF603DC-FDF5-0187-C43B-97F3B0B0DA82}"/>
                </a:ext>
              </a:extLst>
            </p:cNvPr>
            <p:cNvPicPr>
              <a:picLocks noChangeAspect="1"/>
            </p:cNvPicPr>
            <p:nvPr/>
          </p:nvPicPr>
          <p:blipFill>
            <a:blip r:embed="rId3"/>
            <a:stretch>
              <a:fillRect/>
            </a:stretch>
          </p:blipFill>
          <p:spPr>
            <a:xfrm>
              <a:off x="5352874" y="2544931"/>
              <a:ext cx="3504822" cy="3601753"/>
            </a:xfrm>
            <a:prstGeom prst="rect">
              <a:avLst/>
            </a:prstGeom>
            <a:effectLst>
              <a:outerShdw blurRad="177800" dist="38100" dir="5400000" sx="103000" sy="103000" algn="t" rotWithShape="0">
                <a:prstClr val="black">
                  <a:alpha val="40000"/>
                </a:prstClr>
              </a:outerShdw>
            </a:effectLst>
          </p:spPr>
        </p:pic>
      </p:grpSp>
    </p:spTree>
    <p:extLst>
      <p:ext uri="{BB962C8B-B14F-4D97-AF65-F5344CB8AC3E}">
        <p14:creationId xmlns:p14="http://schemas.microsoft.com/office/powerpoint/2010/main" val="314242682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spDef>
      <a:spPr>
        <a:noFill/>
        <a:ln w="111125">
          <a:solidFill>
            <a:schemeClr val="accent2">
              <a:lumMod val="75000"/>
            </a:schemeClr>
          </a:solidFill>
          <a:tailEnd type="triangle"/>
        </a:ln>
      </a:spPr>
      <a:bodyPr rtlCol="0" anchor="ctr"/>
      <a:lstStyle>
        <a:defPPr algn="ctr">
          <a:defRPr/>
        </a:defPPr>
      </a:lstStyle>
      <a:style>
        <a:lnRef idx="2">
          <a:schemeClr val="accent1">
            <a:shade val="15000"/>
          </a:schemeClr>
        </a:lnRef>
        <a:fillRef idx="1">
          <a:schemeClr val="accent1"/>
        </a:fillRef>
        <a:effectRef idx="0">
          <a:schemeClr val="accent1"/>
        </a:effectRef>
        <a:fontRef idx="minor">
          <a:schemeClr val="lt1"/>
        </a:fontRef>
      </a:style>
    </a:spDef>
  </a:objectDefaults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100</TotalTime>
  <Words>0</Words>
  <Application>Microsoft Office PowerPoint</Application>
  <PresentationFormat>Widescreen</PresentationFormat>
  <Paragraphs>0</Paragraphs>
  <Slides>26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26</vt:i4>
      </vt:variant>
    </vt:vector>
  </HeadingPairs>
  <TitlesOfParts>
    <vt:vector size="30" baseType="lpstr">
      <vt:lpstr>Arial</vt:lpstr>
      <vt:lpstr>Calibri</vt:lpstr>
      <vt:lpstr>Calibri Light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Default</dc:creator>
  <cp:lastModifiedBy>Default</cp:lastModifiedBy>
  <cp:revision>22</cp:revision>
  <dcterms:created xsi:type="dcterms:W3CDTF">2026-07-19T22:18:35Z</dcterms:created>
  <dcterms:modified xsi:type="dcterms:W3CDTF">2026-08-13T20:43:06Z</dcterms:modified>
</cp:coreProperties>
</file>