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7" r:id="rId32"/>
    <p:sldId id="288" r:id="rId33"/>
    <p:sldId id="289" r:id="rId34"/>
    <p:sldId id="290" r:id="rId35"/>
    <p:sldId id="291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417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35832F-A27E-4F46-9C70-9F7064E4E83E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22B7E6-75F9-4917-91D0-79DEBC906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04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2B7E6-75F9-4917-91D0-79DEBC90659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64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2B7E6-75F9-4917-91D0-79DEBC90659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227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42050-0DB2-A00F-61AD-2B67CD3072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056A1D-1D39-DCD6-F680-6EADB1802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AAE54-163C-D0CA-D4F0-3B10401CE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8D9C-7A3F-45CF-BE2D-BF1D52B1CCA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05FBA-26F5-C888-09C4-DEC6B28C8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26EAC-0745-59CD-215D-3C3907624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94531-DC6D-4043-A740-BC73BFB62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41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F1E8C-5612-8FE7-4D8C-0BD65469C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73C92-6744-8E4D-2B74-9E6E9D30C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C811F-9A84-55D7-25C9-3BB2525F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8D9C-7A3F-45CF-BE2D-BF1D52B1CCA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49FF6-65A9-AA9E-479B-90790CA40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B1EF9-DC9D-9C50-FC4B-4EA301B07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94531-DC6D-4043-A740-BC73BFB62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498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A8D14-9C6D-BFD3-87E3-E2A8FCA63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D4186-B229-5F19-3933-16B7E99B0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E2FA6-442D-A1B0-5431-7F64CD137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8D9C-7A3F-45CF-BE2D-BF1D52B1CCA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D72DD-94BD-4D60-F3E8-43902CB0D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B068A-F55C-6FF8-3D55-4961C1125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94531-DC6D-4043-A740-BC73BFB62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50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4C70-2B47-6105-662D-87678122D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C8A2C-4CEF-4064-650A-501DDE186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B8340-7A1A-4D40-C4E4-54D0117EE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15507-B4D5-5878-09DF-019FB67A5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8D9C-7A3F-45CF-BE2D-BF1D52B1CCA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E5439-1A6C-6793-3EAA-A6BD7F451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1C3C0-37A1-96FF-377C-8B654B340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94531-DC6D-4043-A740-BC73BFB62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16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B5E5E-C16D-18A7-89B2-3D457930F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9257F-A122-5F06-30BB-E7F40A745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A73E4F-46BC-F99E-98EB-2F80F0FE2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A54DF2-AF4A-D289-70EA-0CB5290C1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43DE59-0E50-DA16-AF7D-35168B5DAE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F7864A-F0E8-3473-0517-6C143DCEF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8D9C-7A3F-45CF-BE2D-BF1D52B1CCA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D062EE-ABF1-2047-FDDA-D569412AE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32C7F4-FE12-3BD9-A003-E3FE01B5C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94531-DC6D-4043-A740-BC73BFB62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33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D2338-7526-6486-F893-2A62CD7F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ED1543-6AF5-3306-CFAD-717BA75C6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8D9C-7A3F-45CF-BE2D-BF1D52B1CCA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CBCFF2-BFC1-A13A-53BE-99EEEAA34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28D3D-F352-9E15-5F93-43E0ACC57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94531-DC6D-4043-A740-BC73BFB62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1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A8F26D-1F4D-99E3-9C89-0C24333C5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8D9C-7A3F-45CF-BE2D-BF1D52B1CCA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0D37F-A0E7-276E-9568-8240D4763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609D0-1B68-EBFC-352E-EDC9883B8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94531-DC6D-4043-A740-BC73BFB62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62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295D5-BAF9-0B94-CFAE-1BED54C6A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E4D17-28E0-CD95-1607-FB180F746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86E1AE-1805-B331-3523-B8E41ED8D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4421D-8D7B-2EDA-FA05-BE99A5A6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8D9C-7A3F-45CF-BE2D-BF1D52B1CCA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DF687-12D3-FCD1-4705-F16160487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F7B7B6-C8EE-5789-F7FD-197E03620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94531-DC6D-4043-A740-BC73BFB62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98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80A5-66A0-9FC4-2218-DAFD144E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57465A-2B61-1D4A-A427-80AD84CB3A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E66F5D-F61A-F9D8-5532-FDA52378D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25FEE-D10D-B6C6-CB72-7918C004D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8D9C-7A3F-45CF-BE2D-BF1D52B1CCA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52D2C-4385-0731-A415-6C161A59D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2C3AC-61FF-B8E7-6297-9258D18B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94531-DC6D-4043-A740-BC73BFB62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161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72491-D103-8A39-DFB2-AEA7F13D6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D91211-EA1C-BCE2-C3EB-55C2F8268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A37C1-25F3-1C77-44F7-AEAE379A2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8D9C-7A3F-45CF-BE2D-BF1D52B1CCA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55936-BEC5-AC50-FE74-1F5D8FE93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35290-AD6F-0260-8FAC-1038B47C6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94531-DC6D-4043-A740-BC73BFB62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26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6F1D8-466B-17AE-FFE6-3AD98CD635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B779E-7F23-8F99-D376-09A4E02EA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6525F-D340-0C52-E660-98C9F7194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8D9C-7A3F-45CF-BE2D-BF1D52B1CCA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8DF5E-4CCA-0BDE-8959-18EF293BA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2394C-A553-F5FA-6D18-34F461718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94531-DC6D-4043-A740-BC73BFB62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631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E757B8-9E34-74A1-5E33-B1A3BB79A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05361-B808-8BA5-EA3B-761AB8F4A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8A52-5379-4987-AC80-72A41BC5FE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D8D9C-7A3F-45CF-BE2D-BF1D52B1CCA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E176C-53C7-FBBF-3A38-5986E532F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93B86-F4A0-AAFA-758E-751618F39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94531-DC6D-4043-A740-BC73BFB62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09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2C7630ED-AC88-00E1-ECD3-2BB7F04FC9EE}"/>
              </a:ext>
            </a:extLst>
          </p:cNvPr>
          <p:cNvGrpSpPr/>
          <p:nvPr/>
        </p:nvGrpSpPr>
        <p:grpSpPr>
          <a:xfrm>
            <a:off x="2263283" y="557151"/>
            <a:ext cx="7954241" cy="5552780"/>
            <a:chOff x="2263283" y="557151"/>
            <a:chExt cx="7954241" cy="555278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E32F324-7ACF-1987-BC8E-AB3EC0C72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63283" y="557151"/>
              <a:ext cx="7015222" cy="5099901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1097795-89DC-E79F-1F11-C7C0CA1B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7414" y="1919717"/>
              <a:ext cx="3630110" cy="4190214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557585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3F893BC-013E-B2C2-33EB-E01108FC9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389" y="747650"/>
            <a:ext cx="7015222" cy="5099901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11C62F-4BEE-7C42-CEDD-BCBE62F1A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729" y="2409517"/>
            <a:ext cx="3470336" cy="3904760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64239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9055C3E-810D-E5A3-3C88-7A8383711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067" y="879050"/>
            <a:ext cx="7015222" cy="5099900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015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E86BC1C-3EF8-B3DE-39FC-BD63459F5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494" y="731566"/>
            <a:ext cx="7015222" cy="5099901"/>
          </a:xfrm>
          <a:prstGeom prst="rect">
            <a:avLst/>
          </a:prstGeom>
          <a:effectLst>
            <a:outerShdw blurRad="177800" dist="38100" dir="5400000" sx="105000" sy="105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31F500-6994-604D-E588-08C64953E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755" y="1563329"/>
            <a:ext cx="3499072" cy="4825677"/>
          </a:xfrm>
          <a:prstGeom prst="rect">
            <a:avLst/>
          </a:prstGeom>
          <a:effectLst>
            <a:outerShdw blurRad="177800" dist="38100" dir="5400000" sx="105000" sy="105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8536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459EA40-E385-B8F8-C88A-07700D9B8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201" y="731566"/>
            <a:ext cx="7015222" cy="5099901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6F521-24C8-ACC1-4282-8770C1B52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953" y="2287430"/>
            <a:ext cx="3781773" cy="3907832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33399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034B796-4772-0A1D-E990-A98471D5E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274" y="731566"/>
            <a:ext cx="7015222" cy="5099901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74842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9E171FF-ACC5-7D04-516E-BBF74FAED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41" y="633244"/>
            <a:ext cx="7015222" cy="5099901"/>
          </a:xfrm>
          <a:prstGeom prst="rect">
            <a:avLst/>
          </a:prstGeom>
          <a:effectLst>
            <a:outerShdw blurRad="152400" dist="38100" dir="5400000" sx="103000" sy="103000" algn="t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A393B1-1629-63FA-927C-391465FF4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600" y="1030511"/>
            <a:ext cx="3697910" cy="5099901"/>
          </a:xfrm>
          <a:prstGeom prst="rect">
            <a:avLst/>
          </a:prstGeom>
          <a:effectLst>
            <a:outerShdw blurRad="152400" dist="38100" dir="5400000" sx="103000" sy="103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1996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1574AD-E093-E7B3-7264-125728C1E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389" y="879049"/>
            <a:ext cx="7015222" cy="5099901"/>
          </a:xfrm>
          <a:prstGeom prst="rect">
            <a:avLst/>
          </a:prstGeom>
          <a:effectLst>
            <a:outerShdw blurRad="152400" dist="38100" dir="5400000" sx="103000" sy="103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2990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90D335-4C80-7812-B729-EEFDB814B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388" y="879049"/>
            <a:ext cx="7015223" cy="5099901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3331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A8D73F-FD5C-70A7-382C-CE312A845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388" y="879049"/>
            <a:ext cx="7015223" cy="5099901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982A0D-B02B-4788-DA98-05AAF9BF8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28" y="2429045"/>
            <a:ext cx="3726427" cy="2505306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19213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124503-9E62-7944-89F8-00ABDCB1C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955" y="879049"/>
            <a:ext cx="7015223" cy="5099901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63549A-C686-DC30-6A5E-708962483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311" y="2576052"/>
            <a:ext cx="3494914" cy="3674140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5962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3FA8A9-8364-5924-CA87-640D49144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389" y="780726"/>
            <a:ext cx="7015222" cy="5099901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CFA1DF-408B-DD3B-E6A8-F955AD287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489" y="1956619"/>
            <a:ext cx="3723077" cy="4252452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6924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640673-502E-C78A-759F-45F3838AE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754" y="884434"/>
            <a:ext cx="5674971" cy="4125570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695E9A-0EDE-EFC2-0201-1416EB8A2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002" y="1720177"/>
            <a:ext cx="5674971" cy="4125570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9AA5004-77E6-27EF-0C45-ACFEA93BF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5230" y="1256070"/>
            <a:ext cx="865238" cy="576826"/>
          </a:xfrm>
          <a:prstGeom prst="rect">
            <a:avLst/>
          </a:prstGeom>
          <a:noFill/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DE81E65-030A-5AEC-D79E-9D3A24496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788" y="4924321"/>
            <a:ext cx="865241" cy="576827"/>
          </a:xfrm>
          <a:prstGeom prst="rect">
            <a:avLst/>
          </a:prstGeom>
          <a:noFill/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277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28446F-DBE5-FA95-941A-77E53FB7F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695" y="800391"/>
            <a:ext cx="7015223" cy="5099901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01A657-5AEF-E318-4786-A69F0BF8B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7777" y="2229730"/>
            <a:ext cx="3439049" cy="3969674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990485-CB12-9EE7-E330-78BA4890B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318212">
            <a:off x="4478906" y="4635803"/>
            <a:ext cx="3234189" cy="1305107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6638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220139-6A05-7934-44AB-BF412E0CE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759" y="1327358"/>
            <a:ext cx="4021390" cy="3016042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A7E43B-2D77-2255-E063-74B70FD52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362" y="2256640"/>
            <a:ext cx="4475432" cy="2797145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1C59CE-C8B7-6376-C28F-E60FB844B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3195" y="2835379"/>
            <a:ext cx="3951030" cy="2872305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F704FE-CA3E-3DD1-846B-169CC10D70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877" y="1327358"/>
            <a:ext cx="1719470" cy="3726427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4454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B30DA2A-7B86-9664-5F2F-E624B0A60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389" y="879050"/>
            <a:ext cx="7015222" cy="5099900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5DC79EC-73C5-C91B-9BB6-7B64FBCBB975}"/>
              </a:ext>
            </a:extLst>
          </p:cNvPr>
          <p:cNvSpPr/>
          <p:nvPr/>
        </p:nvSpPr>
        <p:spPr>
          <a:xfrm>
            <a:off x="4552335" y="4699819"/>
            <a:ext cx="3982065" cy="909939"/>
          </a:xfrm>
          <a:custGeom>
            <a:avLst/>
            <a:gdLst>
              <a:gd name="connsiteX0" fmla="*/ 0 w 3982065"/>
              <a:gd name="connsiteY0" fmla="*/ 580104 h 909939"/>
              <a:gd name="connsiteX1" fmla="*/ 2507226 w 3982065"/>
              <a:gd name="connsiteY1" fmla="*/ 884904 h 909939"/>
              <a:gd name="connsiteX2" fmla="*/ 3982065 w 3982065"/>
              <a:gd name="connsiteY2" fmla="*/ 0 h 909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82065" h="909939">
                <a:moveTo>
                  <a:pt x="0" y="580104"/>
                </a:moveTo>
                <a:cubicBezTo>
                  <a:pt x="921774" y="780846"/>
                  <a:pt x="1843548" y="981588"/>
                  <a:pt x="2507226" y="884904"/>
                </a:cubicBezTo>
                <a:cubicBezTo>
                  <a:pt x="3170904" y="788220"/>
                  <a:pt x="3576484" y="394110"/>
                  <a:pt x="3982065" y="0"/>
                </a:cubicBezTo>
              </a:path>
            </a:pathLst>
          </a:custGeom>
          <a:noFill/>
          <a:ln w="11112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29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2B58F36-B1AF-5F55-1660-7508D949B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390" y="879050"/>
            <a:ext cx="7015220" cy="5099899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7785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5F6B81D-3CDE-006E-AD34-0722282C5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065" y="1056029"/>
            <a:ext cx="4660606" cy="3388151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C5262D-15BA-04F1-2586-73C3078CB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986" y="1917228"/>
            <a:ext cx="4660605" cy="3388150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3353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489F06E-DA72-3679-3FFF-47BE3118C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418" y="987205"/>
            <a:ext cx="7015221" cy="5099900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2734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A55069-5D40-1031-1619-4290D77A6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559" y="879050"/>
            <a:ext cx="7015220" cy="5099900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7990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FB9B7D-A77B-659D-62D3-F2F4AFBB8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780" y="879050"/>
            <a:ext cx="7474560" cy="5099899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DB22AF-9DB3-48E3-F347-6BFEF430C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719" y="2144035"/>
            <a:ext cx="4226975" cy="4128673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74754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E7620C0-8209-7A90-FB4E-9BECC5E43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065" y="880583"/>
            <a:ext cx="7099870" cy="5096834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0605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A59643D-0640-13C6-A3A2-2F8823AF4131}"/>
              </a:ext>
            </a:extLst>
          </p:cNvPr>
          <p:cNvGrpSpPr/>
          <p:nvPr/>
        </p:nvGrpSpPr>
        <p:grpSpPr>
          <a:xfrm>
            <a:off x="2379799" y="881265"/>
            <a:ext cx="7896120" cy="5480207"/>
            <a:chOff x="2379799" y="881265"/>
            <a:chExt cx="7896120" cy="548020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F35D775-1BFB-9DF9-CDA4-B224483DCE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96010" y="881265"/>
              <a:ext cx="6994690" cy="5095469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A962E20-00D6-44E3-1DFC-03AF24335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31306" y="1772239"/>
              <a:ext cx="3244613" cy="4407031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998E2BB-9B1F-AD93-2701-4AE3526EE310}"/>
                </a:ext>
              </a:extLst>
            </p:cNvPr>
            <p:cNvGrpSpPr/>
            <p:nvPr/>
          </p:nvGrpSpPr>
          <p:grpSpPr>
            <a:xfrm>
              <a:off x="2379799" y="4640070"/>
              <a:ext cx="2419350" cy="1721402"/>
              <a:chOff x="7836702" y="2968585"/>
              <a:chExt cx="2419350" cy="1721402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3D09995-75DC-55A1-4381-E425DA7CE334}"/>
                  </a:ext>
                </a:extLst>
              </p:cNvPr>
              <p:cNvSpPr/>
              <p:nvPr/>
            </p:nvSpPr>
            <p:spPr>
              <a:xfrm>
                <a:off x="7836702" y="2968585"/>
                <a:ext cx="2419350" cy="1721402"/>
              </a:xfrm>
              <a:prstGeom prst="roundRect">
                <a:avLst/>
              </a:prstGeom>
              <a:solidFill>
                <a:schemeClr val="bg1"/>
              </a:solidFill>
              <a:ln w="111125">
                <a:noFill/>
                <a:tailEnd type="triangle"/>
              </a:ln>
              <a:effectLst>
                <a:outerShdw blurRad="177800" dist="38100" dir="5400000" sx="104000" sy="104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BFFE85DD-6ADD-4AFF-B5C3-ABBC372D17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27371" y="3106870"/>
                <a:ext cx="2001532" cy="143976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4822584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A2A036F-36E0-3AA0-ABEB-8202B478F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008" y="881265"/>
            <a:ext cx="6994690" cy="5095469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44076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F3621E-4BCD-0817-6FCA-2C8FFBE37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834" y="1041520"/>
            <a:ext cx="7640622" cy="5095469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36150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910E1D4-ED12-878D-9FEF-466AD69478C3}"/>
              </a:ext>
            </a:extLst>
          </p:cNvPr>
          <p:cNvGrpSpPr/>
          <p:nvPr/>
        </p:nvGrpSpPr>
        <p:grpSpPr>
          <a:xfrm>
            <a:off x="2158737" y="711316"/>
            <a:ext cx="6698959" cy="5435368"/>
            <a:chOff x="2158737" y="711316"/>
            <a:chExt cx="6698959" cy="543536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0236854-FAF1-EB24-D6AB-2E5B102C9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8737" y="711316"/>
              <a:ext cx="6388275" cy="4902346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EF603DC-FDF5-0187-C43B-97F3B0B0D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52874" y="2544931"/>
              <a:ext cx="3504822" cy="3601753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142426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9248279-896A-DBB9-B948-FED7631C4506}"/>
              </a:ext>
            </a:extLst>
          </p:cNvPr>
          <p:cNvGrpSpPr/>
          <p:nvPr/>
        </p:nvGrpSpPr>
        <p:grpSpPr>
          <a:xfrm>
            <a:off x="1939795" y="561778"/>
            <a:ext cx="8312409" cy="5734444"/>
            <a:chOff x="2051734" y="348791"/>
            <a:chExt cx="8312409" cy="573444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F112374-3345-70B1-016A-15372D0386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51734" y="348791"/>
              <a:ext cx="4268143" cy="4736969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252770A-49B6-DA66-9B2A-02E72716F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00965" y="1346266"/>
              <a:ext cx="4268143" cy="4736969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3CD8FB0-0898-10F0-127F-7495E91D7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606557"/>
              <a:ext cx="4268143" cy="4736968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6493358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69B08DC-D660-1748-A0D0-60B51A2A9772}"/>
              </a:ext>
            </a:extLst>
          </p:cNvPr>
          <p:cNvGrpSpPr/>
          <p:nvPr/>
        </p:nvGrpSpPr>
        <p:grpSpPr>
          <a:xfrm>
            <a:off x="2400300" y="891506"/>
            <a:ext cx="7557500" cy="5284538"/>
            <a:chOff x="2400300" y="891506"/>
            <a:chExt cx="7557500" cy="528453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F0DDDD0-E660-F92C-4E7F-5F32B758E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78095" y="891506"/>
              <a:ext cx="6556958" cy="4902346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AA717C9-81B6-0841-65EB-428953771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31363" y="2408987"/>
              <a:ext cx="3326437" cy="3767057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3C70B9F-79A8-72BA-8E6D-022AB39D5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00300" y="3675523"/>
              <a:ext cx="2513911" cy="2500521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7534728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D0DDA063-9503-BF4D-AA52-0D7A0FDC3587}"/>
              </a:ext>
            </a:extLst>
          </p:cNvPr>
          <p:cNvGrpSpPr/>
          <p:nvPr/>
        </p:nvGrpSpPr>
        <p:grpSpPr>
          <a:xfrm>
            <a:off x="180975" y="219075"/>
            <a:ext cx="11868150" cy="6372225"/>
            <a:chOff x="180975" y="219075"/>
            <a:chExt cx="11868150" cy="637222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A7C1E62-F425-7E46-F3FD-0CC164A80DF4}"/>
                </a:ext>
              </a:extLst>
            </p:cNvPr>
            <p:cNvSpPr/>
            <p:nvPr/>
          </p:nvSpPr>
          <p:spPr>
            <a:xfrm>
              <a:off x="180975" y="219075"/>
              <a:ext cx="11868150" cy="6372225"/>
            </a:xfrm>
            <a:prstGeom prst="rect">
              <a:avLst/>
            </a:prstGeom>
            <a:solidFill>
              <a:schemeClr val="bg1"/>
            </a:solidFill>
            <a:ln w="111125">
              <a:noFill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AF8E5AC-BF9D-6B56-FB59-0BE9A3116955}"/>
                </a:ext>
              </a:extLst>
            </p:cNvPr>
            <p:cNvGrpSpPr/>
            <p:nvPr/>
          </p:nvGrpSpPr>
          <p:grpSpPr>
            <a:xfrm>
              <a:off x="276225" y="663502"/>
              <a:ext cx="11614153" cy="5713509"/>
              <a:chOff x="276225" y="663502"/>
              <a:chExt cx="11614153" cy="5713509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A46DEC81-5336-EBF6-B732-C633BA9159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60396" y="663502"/>
                <a:ext cx="6556958" cy="4902346"/>
              </a:xfrm>
              <a:prstGeom prst="rect">
                <a:avLst/>
              </a:prstGeom>
              <a:effectLst>
                <a:outerShdw blurRad="177800" dist="38100" dir="5400000" sx="103000" sy="103000" algn="t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EC5781-72ED-E946-2B5F-617C0545842D}"/>
                  </a:ext>
                </a:extLst>
              </p:cNvPr>
              <p:cNvSpPr txBox="1"/>
              <p:nvPr/>
            </p:nvSpPr>
            <p:spPr>
              <a:xfrm>
                <a:off x="276225" y="1714500"/>
                <a:ext cx="221297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400" dirty="0"/>
                  <a:t>Select AFSK1200 to enabled</a:t>
                </a:r>
                <a:br>
                  <a:rPr lang="en-US" sz="1400" dirty="0"/>
                </a:br>
                <a:r>
                  <a:rPr lang="en-US" sz="1400" dirty="0"/>
                  <a:t>the APRS software modem</a:t>
                </a:r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81E79D41-E1CC-F3F1-AF9E-1EFF440B8260}"/>
                  </a:ext>
                </a:extLst>
              </p:cNvPr>
              <p:cNvCxnSpPr>
                <a:stCxn id="7" idx="3"/>
              </p:cNvCxnSpPr>
              <p:nvPr/>
            </p:nvCxnSpPr>
            <p:spPr>
              <a:xfrm flipV="1">
                <a:off x="2489203" y="1628775"/>
                <a:ext cx="2035172" cy="347335"/>
              </a:xfrm>
              <a:prstGeom prst="line">
                <a:avLst/>
              </a:prstGeom>
              <a:ln w="317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CC576BD-9AB8-BAEB-D1A4-312BF35A2B6F}"/>
                  </a:ext>
                </a:extLst>
              </p:cNvPr>
              <p:cNvSpPr txBox="1"/>
              <p:nvPr/>
            </p:nvSpPr>
            <p:spPr>
              <a:xfrm>
                <a:off x="9708947" y="996041"/>
                <a:ext cx="218143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/>
                  <a:t>Double arrow indicates</a:t>
                </a:r>
                <a:br>
                  <a:rPr lang="en-US" sz="1400" dirty="0"/>
                </a:br>
                <a:r>
                  <a:rPr lang="en-US" sz="1400" dirty="0"/>
                  <a:t>software modem decoded.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3E60FF5-0E0A-2657-DE15-10D01B59BD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25886" t="43357" r="59006" b="36982"/>
              <a:stretch>
                <a:fillRect/>
              </a:stretch>
            </p:blipFill>
            <p:spPr>
              <a:xfrm>
                <a:off x="8315325" y="1802442"/>
                <a:ext cx="1752600" cy="1705303"/>
              </a:xfrm>
              <a:prstGeom prst="rect">
                <a:avLst/>
              </a:prstGeom>
              <a:effectLst>
                <a:outerShdw blurRad="177800" dist="38100" dir="5400000" sx="103000" sy="103000" algn="t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B4896F8-D772-FA51-E5F3-F39A235B2598}"/>
                  </a:ext>
                </a:extLst>
              </p:cNvPr>
              <p:cNvCxnSpPr/>
              <p:nvPr/>
            </p:nvCxnSpPr>
            <p:spPr>
              <a:xfrm flipH="1">
                <a:off x="4838700" y="1802442"/>
                <a:ext cx="3476625" cy="113894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D182583-BE17-A12A-5F9D-929707E2BD77}"/>
                  </a:ext>
                </a:extLst>
              </p:cNvPr>
              <p:cNvCxnSpPr/>
              <p:nvPr/>
            </p:nvCxnSpPr>
            <p:spPr>
              <a:xfrm flipH="1">
                <a:off x="5562600" y="3507745"/>
                <a:ext cx="4505325" cy="21653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62C424CA-95FF-9AFE-711F-730664B3ED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60486" y="1519261"/>
                <a:ext cx="833143" cy="630516"/>
              </a:xfrm>
              <a:prstGeom prst="line">
                <a:avLst/>
              </a:prstGeom>
              <a:ln w="317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042D5E1-A108-5EE2-AE63-58E2C034B1CD}"/>
                  </a:ext>
                </a:extLst>
              </p:cNvPr>
              <p:cNvSpPr txBox="1"/>
              <p:nvPr/>
            </p:nvSpPr>
            <p:spPr>
              <a:xfrm>
                <a:off x="9686184" y="3790926"/>
                <a:ext cx="220419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/>
                  <a:t>Single arrow indicates</a:t>
                </a:r>
                <a:br>
                  <a:rPr lang="en-US" sz="1400" dirty="0"/>
                </a:br>
                <a:r>
                  <a:rPr lang="en-US" sz="1400" dirty="0"/>
                  <a:t>hardware modem decoded.</a:t>
                </a: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9F01C6D-62E0-5FEE-DED5-CD16BB1974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76068" y="3224564"/>
                <a:ext cx="503236" cy="644046"/>
              </a:xfrm>
              <a:prstGeom prst="line">
                <a:avLst/>
              </a:prstGeom>
              <a:ln w="317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AC11CF3-6149-7C0D-B451-CDA993613A40}"/>
                  </a:ext>
                </a:extLst>
              </p:cNvPr>
              <p:cNvSpPr txBox="1"/>
              <p:nvPr/>
            </p:nvSpPr>
            <p:spPr>
              <a:xfrm>
                <a:off x="821567" y="5853791"/>
                <a:ext cx="33352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/>
                  <a:t>Clicking on a packet will show the decoding</a:t>
                </a:r>
                <a:br>
                  <a:rPr lang="en-US" sz="1400" dirty="0"/>
                </a:br>
                <a:r>
                  <a:rPr lang="en-US" sz="1400" dirty="0"/>
                  <a:t>modem and any corrected errors.</a:t>
                </a:r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10C1BC96-D0F5-D246-0740-F339E4DB73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04248" y="4721625"/>
                <a:ext cx="2510777" cy="1132166"/>
              </a:xfrm>
              <a:prstGeom prst="line">
                <a:avLst/>
              </a:prstGeom>
              <a:ln w="317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06537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5EF77130-7525-74B3-2DF4-9C3AB90DC811}"/>
              </a:ext>
            </a:extLst>
          </p:cNvPr>
          <p:cNvGrpSpPr/>
          <p:nvPr/>
        </p:nvGrpSpPr>
        <p:grpSpPr>
          <a:xfrm>
            <a:off x="2466975" y="2657474"/>
            <a:ext cx="7143750" cy="4200526"/>
            <a:chOff x="2466975" y="2657474"/>
            <a:chExt cx="7143750" cy="4200526"/>
          </a:xfrm>
        </p:grpSpPr>
        <p:sp>
          <p:nvSpPr>
            <p:cNvPr id="1088" name="Rectangle 1087">
              <a:extLst>
                <a:ext uri="{FF2B5EF4-FFF2-40B4-BE49-F238E27FC236}">
                  <a16:creationId xmlns:a16="http://schemas.microsoft.com/office/drawing/2014/main" id="{45440BAE-A140-A9B4-A727-0691BE1429AD}"/>
                </a:ext>
              </a:extLst>
            </p:cNvPr>
            <p:cNvSpPr/>
            <p:nvPr/>
          </p:nvSpPr>
          <p:spPr>
            <a:xfrm>
              <a:off x="2466975" y="2682381"/>
              <a:ext cx="7143750" cy="4175619"/>
            </a:xfrm>
            <a:prstGeom prst="rect">
              <a:avLst/>
            </a:prstGeom>
            <a:solidFill>
              <a:schemeClr val="bg1"/>
            </a:solidFill>
            <a:ln w="111125">
              <a:noFill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57" name="Group 1056">
              <a:extLst>
                <a:ext uri="{FF2B5EF4-FFF2-40B4-BE49-F238E27FC236}">
                  <a16:creationId xmlns:a16="http://schemas.microsoft.com/office/drawing/2014/main" id="{068EEECB-D2EE-53C9-9E2C-981BF5B24386}"/>
                </a:ext>
              </a:extLst>
            </p:cNvPr>
            <p:cNvGrpSpPr/>
            <p:nvPr/>
          </p:nvGrpSpPr>
          <p:grpSpPr>
            <a:xfrm>
              <a:off x="2686050" y="2657474"/>
              <a:ext cx="6674119" cy="4175331"/>
              <a:chOff x="2686050" y="2657474"/>
              <a:chExt cx="6674119" cy="4175331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F1B36C6E-0E30-66F7-0E7D-602207724100}"/>
                  </a:ext>
                </a:extLst>
              </p:cNvPr>
              <p:cNvSpPr/>
              <p:nvPr/>
            </p:nvSpPr>
            <p:spPr>
              <a:xfrm>
                <a:off x="2686050" y="3552826"/>
                <a:ext cx="2200275" cy="2286000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10AC4315-F5FA-E864-2C2B-C41EDAFC6AF1}"/>
                  </a:ext>
                </a:extLst>
              </p:cNvPr>
              <p:cNvSpPr/>
              <p:nvPr/>
            </p:nvSpPr>
            <p:spPr>
              <a:xfrm>
                <a:off x="6238874" y="3552824"/>
                <a:ext cx="2314576" cy="3152775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2D9410-CA9D-B2D6-C9E3-D85713AA8325}"/>
                  </a:ext>
                </a:extLst>
              </p:cNvPr>
              <p:cNvSpPr txBox="1"/>
              <p:nvPr/>
            </p:nvSpPr>
            <p:spPr>
              <a:xfrm>
                <a:off x="2686050" y="3114675"/>
                <a:ext cx="22002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Radio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1FE7F7-1634-B97E-B11E-753DE96BAAD9}"/>
                  </a:ext>
                </a:extLst>
              </p:cNvPr>
              <p:cNvSpPr txBox="1"/>
              <p:nvPr/>
            </p:nvSpPr>
            <p:spPr>
              <a:xfrm>
                <a:off x="6238873" y="3114675"/>
                <a:ext cx="23145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HTCommander</a:t>
                </a: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BB6FF3F7-5C8D-1C7F-D9BD-354A1F5B839A}"/>
                  </a:ext>
                </a:extLst>
              </p:cNvPr>
              <p:cNvSpPr/>
              <p:nvPr/>
            </p:nvSpPr>
            <p:spPr>
              <a:xfrm>
                <a:off x="3243262" y="3971925"/>
                <a:ext cx="1352550" cy="69532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11125">
                <a:noFill/>
                <a:tailEnd type="triangle"/>
              </a:ln>
              <a:effectLst>
                <a:outerShdw blurRad="177800" dist="38100" dir="5400000" sx="103000" sy="103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chemeClr val="tx1"/>
                    </a:solidFill>
                  </a:rPr>
                  <a:t>Hardware</a:t>
                </a:r>
                <a:br>
                  <a:rPr lang="en-US" sz="1600" b="1" dirty="0">
                    <a:solidFill>
                      <a:schemeClr val="tx1"/>
                    </a:solidFill>
                  </a:rPr>
                </a:br>
                <a:r>
                  <a:rPr lang="en-US" sz="1600" b="1" dirty="0">
                    <a:solidFill>
                      <a:schemeClr val="tx1"/>
                    </a:solidFill>
                  </a:rPr>
                  <a:t>Modem</a:t>
                </a: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06ADAFE9-8861-E182-9831-FE16A904CFB6}"/>
                  </a:ext>
                </a:extLst>
              </p:cNvPr>
              <p:cNvSpPr/>
              <p:nvPr/>
            </p:nvSpPr>
            <p:spPr>
              <a:xfrm>
                <a:off x="3243262" y="4872037"/>
                <a:ext cx="1352550" cy="69532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11125">
                <a:noFill/>
                <a:tailEnd type="triangle"/>
              </a:ln>
              <a:effectLst>
                <a:outerShdw blurRad="177800" dist="38100" dir="5400000" sx="103000" sy="103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SBC Encoder</a:t>
                </a: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29866DBC-CB46-A5DA-0E80-1BF3DBCAC779}"/>
                  </a:ext>
                </a:extLst>
              </p:cNvPr>
              <p:cNvSpPr/>
              <p:nvPr/>
            </p:nvSpPr>
            <p:spPr>
              <a:xfrm>
                <a:off x="6619875" y="4867277"/>
                <a:ext cx="1514478" cy="69532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11125">
                <a:noFill/>
                <a:tailEnd type="triangle"/>
              </a:ln>
              <a:effectLst>
                <a:outerShdw blurRad="177800" dist="38100" dir="5400000" sx="103000" sy="103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SBC Decoder</a:t>
                </a: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8B1499AE-948A-6860-231C-8468D2CF3078}"/>
                  </a:ext>
                </a:extLst>
              </p:cNvPr>
              <p:cNvSpPr/>
              <p:nvPr/>
            </p:nvSpPr>
            <p:spPr>
              <a:xfrm>
                <a:off x="6619875" y="5741195"/>
                <a:ext cx="1514478" cy="69532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11125">
                <a:noFill/>
                <a:tailEnd type="triangle"/>
              </a:ln>
              <a:effectLst>
                <a:outerShdw blurRad="177800" dist="38100" dir="5400000" sx="103000" sy="103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chemeClr val="tx1"/>
                    </a:solidFill>
                  </a:rPr>
                  <a:t>Software</a:t>
                </a:r>
                <a:br>
                  <a:rPr lang="en-US" sz="1600" b="1" dirty="0">
                    <a:solidFill>
                      <a:schemeClr val="tx1"/>
                    </a:solidFill>
                  </a:rPr>
                </a:br>
                <a:r>
                  <a:rPr lang="en-US" sz="1600" b="1" dirty="0">
                    <a:solidFill>
                      <a:schemeClr val="tx1"/>
                    </a:solidFill>
                  </a:rPr>
                  <a:t>Modem</a:t>
                </a:r>
              </a:p>
            </p:txBody>
          </p:sp>
          <p:pic>
            <p:nvPicPr>
              <p:cNvPr id="1026" name="Picture 2" descr="Bluetooth PNG Download Image">
                <a:extLst>
                  <a:ext uri="{FF2B5EF4-FFF2-40B4-BE49-F238E27FC236}">
                    <a16:creationId xmlns:a16="http://schemas.microsoft.com/office/drawing/2014/main" id="{E09834EE-B115-9BCE-BADA-150A830677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91125" y="3686176"/>
                <a:ext cx="833436" cy="5000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6" name="Connector: Elbow 15">
                <a:extLst>
                  <a:ext uri="{FF2B5EF4-FFF2-40B4-BE49-F238E27FC236}">
                    <a16:creationId xmlns:a16="http://schemas.microsoft.com/office/drawing/2014/main" id="{8B04F839-7F5E-E8F3-6EF0-3D4681335336}"/>
                  </a:ext>
                </a:extLst>
              </p:cNvPr>
              <p:cNvCxnSpPr>
                <a:endCxn id="8" idx="1"/>
              </p:cNvCxnSpPr>
              <p:nvPr/>
            </p:nvCxnSpPr>
            <p:spPr>
              <a:xfrm rot="16200000" flipH="1">
                <a:off x="2228850" y="3305175"/>
                <a:ext cx="1662113" cy="366712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or: Elbow 17">
                <a:extLst>
                  <a:ext uri="{FF2B5EF4-FFF2-40B4-BE49-F238E27FC236}">
                    <a16:creationId xmlns:a16="http://schemas.microsoft.com/office/drawing/2014/main" id="{3B69C1DC-3624-A1DD-07EB-1C5ADB1701FC}"/>
                  </a:ext>
                </a:extLst>
              </p:cNvPr>
              <p:cNvCxnSpPr>
                <a:endCxn id="9" idx="1"/>
              </p:cNvCxnSpPr>
              <p:nvPr/>
            </p:nvCxnSpPr>
            <p:spPr>
              <a:xfrm rot="16200000" flipH="1">
                <a:off x="1778793" y="3755231"/>
                <a:ext cx="2562226" cy="366712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41143D26-2ED3-7BCE-CC94-2F611F312D58}"/>
                  </a:ext>
                </a:extLst>
              </p:cNvPr>
              <p:cNvCxnSpPr>
                <a:cxnSpLocks/>
                <a:stCxn id="9" idx="3"/>
                <a:endCxn id="10" idx="1"/>
              </p:cNvCxnSpPr>
              <p:nvPr/>
            </p:nvCxnSpPr>
            <p:spPr>
              <a:xfrm flipV="1">
                <a:off x="4595812" y="5214940"/>
                <a:ext cx="2024063" cy="47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6C5E6B9E-A682-C27F-D425-D554B72E8A79}"/>
                  </a:ext>
                </a:extLst>
              </p:cNvPr>
              <p:cNvCxnSpPr>
                <a:cxnSpLocks/>
                <a:stCxn id="10" idx="2"/>
                <a:endCxn id="11" idx="0"/>
              </p:cNvCxnSpPr>
              <p:nvPr/>
            </p:nvCxnSpPr>
            <p:spPr>
              <a:xfrm>
                <a:off x="7377114" y="5562602"/>
                <a:ext cx="0" cy="17859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FB63045-4308-3E01-C549-F187A3A27CB6}"/>
                  </a:ext>
                </a:extLst>
              </p:cNvPr>
              <p:cNvSpPr/>
              <p:nvPr/>
            </p:nvSpPr>
            <p:spPr>
              <a:xfrm>
                <a:off x="6634161" y="3971925"/>
                <a:ext cx="1514478" cy="69532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11125">
                <a:noFill/>
                <a:tailEnd type="triangle"/>
              </a:ln>
              <a:effectLst>
                <a:outerShdw blurRad="177800" dist="38100" dir="5400000" sx="103000" sy="103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Deduplication</a:t>
                </a:r>
              </a:p>
            </p:txBody>
          </p:sp>
          <p:cxnSp>
            <p:nvCxnSpPr>
              <p:cNvPr id="1025" name="Straight Arrow Connector 1024">
                <a:extLst>
                  <a:ext uri="{FF2B5EF4-FFF2-40B4-BE49-F238E27FC236}">
                    <a16:creationId xmlns:a16="http://schemas.microsoft.com/office/drawing/2014/main" id="{3B898A1F-B690-2915-7D5E-CC61097F52E6}"/>
                  </a:ext>
                </a:extLst>
              </p:cNvPr>
              <p:cNvCxnSpPr>
                <a:stCxn id="8" idx="3"/>
                <a:endCxn id="27" idx="1"/>
              </p:cNvCxnSpPr>
              <p:nvPr/>
            </p:nvCxnSpPr>
            <p:spPr>
              <a:xfrm>
                <a:off x="4595812" y="4319588"/>
                <a:ext cx="203834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8" name="Connector: Elbow 1027">
                <a:extLst>
                  <a:ext uri="{FF2B5EF4-FFF2-40B4-BE49-F238E27FC236}">
                    <a16:creationId xmlns:a16="http://schemas.microsoft.com/office/drawing/2014/main" id="{D5BB15A0-8B66-4DA9-1182-F6B19834C5D3}"/>
                  </a:ext>
                </a:extLst>
              </p:cNvPr>
              <p:cNvCxnSpPr>
                <a:stCxn id="11" idx="3"/>
                <a:endCxn id="27" idx="3"/>
              </p:cNvCxnSpPr>
              <p:nvPr/>
            </p:nvCxnSpPr>
            <p:spPr>
              <a:xfrm flipV="1">
                <a:off x="8134353" y="4319588"/>
                <a:ext cx="14286" cy="1769270"/>
              </a:xfrm>
              <a:prstGeom prst="bentConnector3">
                <a:avLst>
                  <a:gd name="adj1" fmla="val 1700168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9" name="TextBox 1028">
                <a:extLst>
                  <a:ext uri="{FF2B5EF4-FFF2-40B4-BE49-F238E27FC236}">
                    <a16:creationId xmlns:a16="http://schemas.microsoft.com/office/drawing/2014/main" id="{03CB86AF-9928-A9BD-79FB-DD08F882998A}"/>
                  </a:ext>
                </a:extLst>
              </p:cNvPr>
              <p:cNvSpPr txBox="1"/>
              <p:nvPr/>
            </p:nvSpPr>
            <p:spPr>
              <a:xfrm>
                <a:off x="5183688" y="4374849"/>
                <a:ext cx="84830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/>
                  <a:t>Data Frame</a:t>
                </a:r>
              </a:p>
            </p:txBody>
          </p:sp>
          <p:sp>
            <p:nvSpPr>
              <p:cNvPr id="1030" name="TextBox 1029">
                <a:extLst>
                  <a:ext uri="{FF2B5EF4-FFF2-40B4-BE49-F238E27FC236}">
                    <a16:creationId xmlns:a16="http://schemas.microsoft.com/office/drawing/2014/main" id="{FF3FF1A7-3506-6BD2-0059-308D818C3788}"/>
                  </a:ext>
                </a:extLst>
              </p:cNvPr>
              <p:cNvSpPr txBox="1"/>
              <p:nvPr/>
            </p:nvSpPr>
            <p:spPr>
              <a:xfrm>
                <a:off x="5150024" y="5263919"/>
                <a:ext cx="91563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/>
                  <a:t>Audio Frame</a:t>
                </a:r>
              </a:p>
            </p:txBody>
          </p:sp>
          <p:cxnSp>
            <p:nvCxnSpPr>
              <p:cNvPr id="1032" name="Connector: Elbow 1031">
                <a:extLst>
                  <a:ext uri="{FF2B5EF4-FFF2-40B4-BE49-F238E27FC236}">
                    <a16:creationId xmlns:a16="http://schemas.microsoft.com/office/drawing/2014/main" id="{43A01AB8-B63B-922D-16A1-E31D39849CE8}"/>
                  </a:ext>
                </a:extLst>
              </p:cNvPr>
              <p:cNvCxnSpPr>
                <a:stCxn id="27" idx="0"/>
              </p:cNvCxnSpPr>
              <p:nvPr/>
            </p:nvCxnSpPr>
            <p:spPr>
              <a:xfrm rot="5400000" flipH="1" flipV="1">
                <a:off x="8229600" y="2962275"/>
                <a:ext cx="171450" cy="1847850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4" name="TextBox 1033">
                <a:extLst>
                  <a:ext uri="{FF2B5EF4-FFF2-40B4-BE49-F238E27FC236}">
                    <a16:creationId xmlns:a16="http://schemas.microsoft.com/office/drawing/2014/main" id="{E49064C1-FA25-FEAF-CEEB-C3801D253437}"/>
                  </a:ext>
                </a:extLst>
              </p:cNvPr>
              <p:cNvSpPr txBox="1"/>
              <p:nvPr/>
            </p:nvSpPr>
            <p:spPr>
              <a:xfrm>
                <a:off x="8680176" y="3884146"/>
                <a:ext cx="679993" cy="6001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/>
                  <a:t>More</a:t>
                </a:r>
                <a:br>
                  <a:rPr lang="en-US" sz="1100" dirty="0"/>
                </a:br>
                <a:r>
                  <a:rPr lang="en-US" sz="1100" dirty="0"/>
                  <a:t>decoded</a:t>
                </a:r>
                <a:br>
                  <a:rPr lang="en-US" sz="1100" dirty="0"/>
                </a:br>
                <a:r>
                  <a:rPr lang="en-US" sz="1100" dirty="0"/>
                  <a:t>frames</a:t>
                </a:r>
              </a:p>
            </p:txBody>
          </p:sp>
          <p:sp>
            <p:nvSpPr>
              <p:cNvPr id="1048" name="TextBox 1047">
                <a:extLst>
                  <a:ext uri="{FF2B5EF4-FFF2-40B4-BE49-F238E27FC236}">
                    <a16:creationId xmlns:a16="http://schemas.microsoft.com/office/drawing/2014/main" id="{2C437DBE-8F86-CDDE-0EA1-1ED23792434D}"/>
                  </a:ext>
                </a:extLst>
              </p:cNvPr>
              <p:cNvSpPr txBox="1"/>
              <p:nvPr/>
            </p:nvSpPr>
            <p:spPr>
              <a:xfrm>
                <a:off x="3108253" y="6001808"/>
                <a:ext cx="289079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In HTCommander, two</a:t>
                </a:r>
                <a:br>
                  <a:rPr lang="en-US" dirty="0"/>
                </a:br>
                <a:r>
                  <a:rPr lang="en-US" dirty="0"/>
                  <a:t>modems are used in parallel.</a:t>
                </a:r>
                <a:br>
                  <a:rPr lang="en-US" dirty="0"/>
                </a:br>
                <a:r>
                  <a:rPr lang="en-US" sz="1200" dirty="0"/>
                  <a:t>FEC/CRC error correction supported.</a:t>
                </a:r>
                <a:endParaRPr lang="en-US" dirty="0"/>
              </a:p>
            </p:txBody>
          </p:sp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98BA1FED-4ABC-304E-41E3-061AC9CC20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95812" y="4505654"/>
                <a:ext cx="395287" cy="1496154"/>
              </a:xfrm>
              <a:prstGeom prst="line">
                <a:avLst/>
              </a:prstGeom>
              <a:ln w="317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2" name="Straight Connector 1051">
                <a:extLst>
                  <a:ext uri="{FF2B5EF4-FFF2-40B4-BE49-F238E27FC236}">
                    <a16:creationId xmlns:a16="http://schemas.microsoft.com/office/drawing/2014/main" id="{5A939BFB-5E6F-222B-84FA-33B2D743BA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01401" y="6001808"/>
                <a:ext cx="634780" cy="162982"/>
              </a:xfrm>
              <a:prstGeom prst="line">
                <a:avLst/>
              </a:prstGeom>
              <a:ln w="317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6" name="TextBox 1055">
                <a:extLst>
                  <a:ext uri="{FF2B5EF4-FFF2-40B4-BE49-F238E27FC236}">
                    <a16:creationId xmlns:a16="http://schemas.microsoft.com/office/drawing/2014/main" id="{0EFD6026-241F-428A-90F0-D90FAAB67B13}"/>
                  </a:ext>
                </a:extLst>
              </p:cNvPr>
              <p:cNvSpPr txBox="1"/>
              <p:nvPr/>
            </p:nvSpPr>
            <p:spPr>
              <a:xfrm>
                <a:off x="2907272" y="2682381"/>
                <a:ext cx="67198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/>
                  <a:t>Antenna</a:t>
                </a:r>
              </a:p>
            </p:txBody>
          </p:sp>
        </p:grpSp>
      </p:grpSp>
      <p:sp>
        <p:nvSpPr>
          <p:cNvPr id="1061" name="TextBox 1060">
            <a:extLst>
              <a:ext uri="{FF2B5EF4-FFF2-40B4-BE49-F238E27FC236}">
                <a16:creationId xmlns:a16="http://schemas.microsoft.com/office/drawing/2014/main" id="{2B5449AC-3EE3-A6A1-334D-5BA87CC05D02}"/>
              </a:ext>
            </a:extLst>
          </p:cNvPr>
          <p:cNvSpPr txBox="1"/>
          <p:nvPr/>
        </p:nvSpPr>
        <p:spPr>
          <a:xfrm>
            <a:off x="2657475" y="152400"/>
            <a:ext cx="6381750" cy="257386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63" name="Rectangle: Rounded Corners 1062">
            <a:extLst>
              <a:ext uri="{FF2B5EF4-FFF2-40B4-BE49-F238E27FC236}">
                <a16:creationId xmlns:a16="http://schemas.microsoft.com/office/drawing/2014/main" id="{478D2C9C-7BA9-C3F9-F950-8B770F9D99F0}"/>
              </a:ext>
            </a:extLst>
          </p:cNvPr>
          <p:cNvSpPr/>
          <p:nvPr/>
        </p:nvSpPr>
        <p:spPr>
          <a:xfrm>
            <a:off x="2838450" y="1172313"/>
            <a:ext cx="2200275" cy="1447799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D8E1619F-AF7F-C3BB-9698-6E3EC1EBAF0A}"/>
              </a:ext>
            </a:extLst>
          </p:cNvPr>
          <p:cNvSpPr txBox="1"/>
          <p:nvPr/>
        </p:nvSpPr>
        <p:spPr>
          <a:xfrm>
            <a:off x="2838450" y="734162"/>
            <a:ext cx="220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Radio</a:t>
            </a:r>
          </a:p>
        </p:txBody>
      </p:sp>
      <p:sp>
        <p:nvSpPr>
          <p:cNvPr id="1065" name="Rectangle: Rounded Corners 1064">
            <a:extLst>
              <a:ext uri="{FF2B5EF4-FFF2-40B4-BE49-F238E27FC236}">
                <a16:creationId xmlns:a16="http://schemas.microsoft.com/office/drawing/2014/main" id="{FF471543-BB1F-A991-F8E8-83F19C1403FB}"/>
              </a:ext>
            </a:extLst>
          </p:cNvPr>
          <p:cNvSpPr/>
          <p:nvPr/>
        </p:nvSpPr>
        <p:spPr>
          <a:xfrm>
            <a:off x="3395662" y="1591412"/>
            <a:ext cx="1352550" cy="69532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11125">
            <a:noFill/>
            <a:tailEnd type="triangle"/>
          </a:ln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Hardware</a:t>
            </a:r>
            <a:br>
              <a:rPr lang="en-US" sz="1600" b="1" dirty="0">
                <a:solidFill>
                  <a:schemeClr val="tx1"/>
                </a:solidFill>
              </a:rPr>
            </a:br>
            <a:r>
              <a:rPr lang="en-US" sz="1600" b="1" dirty="0">
                <a:solidFill>
                  <a:schemeClr val="tx1"/>
                </a:solidFill>
              </a:rPr>
              <a:t>Modem</a:t>
            </a:r>
          </a:p>
        </p:txBody>
      </p:sp>
      <p:pic>
        <p:nvPicPr>
          <p:cNvPr id="1066" name="Picture 2" descr="Bluetooth PNG Download Image">
            <a:extLst>
              <a:ext uri="{FF2B5EF4-FFF2-40B4-BE49-F238E27FC236}">
                <a16:creationId xmlns:a16="http://schemas.microsoft.com/office/drawing/2014/main" id="{70D2DC66-5009-11A4-2478-C7FD92223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525" y="1305663"/>
            <a:ext cx="833436" cy="500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67" name="Connector: Elbow 1066">
            <a:extLst>
              <a:ext uri="{FF2B5EF4-FFF2-40B4-BE49-F238E27FC236}">
                <a16:creationId xmlns:a16="http://schemas.microsoft.com/office/drawing/2014/main" id="{D4A51C55-EE72-4CA8-D901-16EDBE32ED52}"/>
              </a:ext>
            </a:extLst>
          </p:cNvPr>
          <p:cNvCxnSpPr>
            <a:endCxn id="1065" idx="1"/>
          </p:cNvCxnSpPr>
          <p:nvPr/>
        </p:nvCxnSpPr>
        <p:spPr>
          <a:xfrm rot="16200000" flipH="1">
            <a:off x="2381250" y="924662"/>
            <a:ext cx="1662113" cy="3667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Straight Arrow Connector 1067">
            <a:extLst>
              <a:ext uri="{FF2B5EF4-FFF2-40B4-BE49-F238E27FC236}">
                <a16:creationId xmlns:a16="http://schemas.microsoft.com/office/drawing/2014/main" id="{F83A1796-278D-FD96-7D83-484C5C7A8486}"/>
              </a:ext>
            </a:extLst>
          </p:cNvPr>
          <p:cNvCxnSpPr>
            <a:cxnSpLocks/>
            <a:stCxn id="1065" idx="3"/>
          </p:cNvCxnSpPr>
          <p:nvPr/>
        </p:nvCxnSpPr>
        <p:spPr>
          <a:xfrm>
            <a:off x="4748212" y="1939075"/>
            <a:ext cx="20383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9" name="TextBox 1068">
            <a:extLst>
              <a:ext uri="{FF2B5EF4-FFF2-40B4-BE49-F238E27FC236}">
                <a16:creationId xmlns:a16="http://schemas.microsoft.com/office/drawing/2014/main" id="{E0344F87-0DDF-FFC5-C163-5899654747E3}"/>
              </a:ext>
            </a:extLst>
          </p:cNvPr>
          <p:cNvSpPr txBox="1"/>
          <p:nvPr/>
        </p:nvSpPr>
        <p:spPr>
          <a:xfrm>
            <a:off x="5336088" y="1994336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Data Frame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E57692CA-50D8-52AD-E38D-343F992D2D25}"/>
              </a:ext>
            </a:extLst>
          </p:cNvPr>
          <p:cNvSpPr txBox="1"/>
          <p:nvPr/>
        </p:nvSpPr>
        <p:spPr>
          <a:xfrm>
            <a:off x="3059672" y="239354"/>
            <a:ext cx="6719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Antenna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E8EA938C-914D-13DF-CD90-A4530635D952}"/>
              </a:ext>
            </a:extLst>
          </p:cNvPr>
          <p:cNvSpPr txBox="1"/>
          <p:nvPr/>
        </p:nvSpPr>
        <p:spPr>
          <a:xfrm>
            <a:off x="6391274" y="1615908"/>
            <a:ext cx="2314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Typical / KISS</a:t>
            </a:r>
            <a:br>
              <a:rPr lang="en-US" dirty="0"/>
            </a:br>
            <a:r>
              <a:rPr lang="en-US" dirty="0"/>
              <a:t>Application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3B78C4CB-698C-4F77-FF53-0A791ACC0A24}"/>
              </a:ext>
            </a:extLst>
          </p:cNvPr>
          <p:cNvSpPr txBox="1"/>
          <p:nvPr/>
        </p:nvSpPr>
        <p:spPr>
          <a:xfrm>
            <a:off x="5741280" y="258977"/>
            <a:ext cx="315701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 normal applications,</a:t>
            </a:r>
            <a:br>
              <a:rPr lang="en-US" dirty="0"/>
            </a:br>
            <a:r>
              <a:rPr lang="en-US" dirty="0"/>
              <a:t>only the radio’s modem is used.</a:t>
            </a:r>
            <a:br>
              <a:rPr lang="en-US" dirty="0"/>
            </a:br>
            <a:r>
              <a:rPr lang="en-US" sz="1200" dirty="0"/>
              <a:t>No FEC/CRC error correction.</a:t>
            </a:r>
            <a:endParaRPr lang="en-US" dirty="0"/>
          </a:p>
        </p:txBody>
      </p:sp>
      <p:cxnSp>
        <p:nvCxnSpPr>
          <p:cNvPr id="1073" name="Straight Connector 1072">
            <a:extLst>
              <a:ext uri="{FF2B5EF4-FFF2-40B4-BE49-F238E27FC236}">
                <a16:creationId xmlns:a16="http://schemas.microsoft.com/office/drawing/2014/main" id="{099BEC3F-22C3-6CA9-98C1-40B02C1C3A6A}"/>
              </a:ext>
            </a:extLst>
          </p:cNvPr>
          <p:cNvCxnSpPr>
            <a:cxnSpLocks/>
          </p:cNvCxnSpPr>
          <p:nvPr/>
        </p:nvCxnSpPr>
        <p:spPr>
          <a:xfrm flipV="1">
            <a:off x="4784608" y="891979"/>
            <a:ext cx="1312332" cy="655214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8955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B1E8C88-F417-63B2-9EAE-CD47AA8127AA}"/>
              </a:ext>
            </a:extLst>
          </p:cNvPr>
          <p:cNvGrpSpPr/>
          <p:nvPr/>
        </p:nvGrpSpPr>
        <p:grpSpPr>
          <a:xfrm>
            <a:off x="2331739" y="696686"/>
            <a:ext cx="7894086" cy="5225142"/>
            <a:chOff x="2331739" y="696686"/>
            <a:chExt cx="7894086" cy="522514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A9CCE60-C396-1988-D22D-30DF2E581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009"/>
            <a:stretch>
              <a:fillRect/>
            </a:stretch>
          </p:blipFill>
          <p:spPr>
            <a:xfrm>
              <a:off x="4739950" y="696686"/>
              <a:ext cx="4584635" cy="2750975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DDB5D94-B560-EDA6-E1D2-D9D11D11A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907"/>
            <a:stretch>
              <a:fillRect/>
            </a:stretch>
          </p:blipFill>
          <p:spPr>
            <a:xfrm>
              <a:off x="2331739" y="1219851"/>
              <a:ext cx="4553007" cy="2750975"/>
            </a:xfrm>
            <a:prstGeom prst="rect">
              <a:avLst/>
            </a:prstGeom>
            <a:effectLst>
              <a:outerShdw blurRad="1524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C090FB6-D933-DEC6-13BB-A39E23F37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872"/>
            <a:stretch>
              <a:fillRect/>
            </a:stretch>
          </p:blipFill>
          <p:spPr>
            <a:xfrm>
              <a:off x="2976367" y="3166838"/>
              <a:ext cx="4584635" cy="2754990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D7C6110-4810-880F-823A-5DC9A407F9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5872"/>
            <a:stretch>
              <a:fillRect/>
            </a:stretch>
          </p:blipFill>
          <p:spPr>
            <a:xfrm>
              <a:off x="5641190" y="2593331"/>
              <a:ext cx="4584635" cy="2754990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4437832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33F801D-3387-0CC2-2BD7-953DFC4B0D67}"/>
              </a:ext>
            </a:extLst>
          </p:cNvPr>
          <p:cNvGrpSpPr/>
          <p:nvPr/>
        </p:nvGrpSpPr>
        <p:grpSpPr>
          <a:xfrm>
            <a:off x="2806538" y="1142387"/>
            <a:ext cx="6886767" cy="5096880"/>
            <a:chOff x="2806538" y="1142387"/>
            <a:chExt cx="6886767" cy="509688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4E6D6E9-294E-D8D2-7536-3ED7438FD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06538" y="1142387"/>
              <a:ext cx="6578924" cy="4882353"/>
            </a:xfrm>
            <a:prstGeom prst="rect">
              <a:avLst/>
            </a:prstGeom>
            <a:effectLst>
              <a:outerShdw blurRad="177800" dist="38100" dir="5400000" sx="104000" sy="104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429B1B4-44E1-7E0C-990F-D3FF55F2E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78486" y="2845130"/>
              <a:ext cx="2214819" cy="3394137"/>
            </a:xfrm>
            <a:prstGeom prst="rect">
              <a:avLst/>
            </a:prstGeom>
            <a:effectLst>
              <a:outerShdw blurRad="177800" dist="38100" dir="5400000" sx="104000" sy="104000" algn="t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6501662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9B01DA0-CEFA-B848-8039-7072A153ADC6}"/>
              </a:ext>
            </a:extLst>
          </p:cNvPr>
          <p:cNvGrpSpPr/>
          <p:nvPr/>
        </p:nvGrpSpPr>
        <p:grpSpPr>
          <a:xfrm>
            <a:off x="2368669" y="574041"/>
            <a:ext cx="7411121" cy="5597224"/>
            <a:chOff x="2368669" y="574041"/>
            <a:chExt cx="7411121" cy="55972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EEACFD6-3DE0-588E-C46F-E463EAC79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68669" y="639357"/>
              <a:ext cx="6349907" cy="4561114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C717D28-6660-3121-D8DB-2EC27DEE89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09018" y="1767637"/>
              <a:ext cx="3470772" cy="4403628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62C9309-667E-87D8-43F3-FBC6D84E62B5}"/>
                </a:ext>
              </a:extLst>
            </p:cNvPr>
            <p:cNvSpPr/>
            <p:nvPr/>
          </p:nvSpPr>
          <p:spPr>
            <a:xfrm>
              <a:off x="2820290" y="4955056"/>
              <a:ext cx="2427514" cy="730811"/>
            </a:xfrm>
            <a:prstGeom prst="roundRect">
              <a:avLst/>
            </a:prstGeom>
            <a:solidFill>
              <a:schemeClr val="bg1"/>
            </a:solidFill>
            <a:ln w="111125">
              <a:noFill/>
              <a:tailEnd type="triangle"/>
            </a:ln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6" name="Picture 2" descr="MQTT">
              <a:extLst>
                <a:ext uri="{FF2B5EF4-FFF2-40B4-BE49-F238E27FC236}">
                  <a16:creationId xmlns:a16="http://schemas.microsoft.com/office/drawing/2014/main" id="{36853E7F-5CBE-91BC-2E10-0228DB66F8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6809" y="5071897"/>
              <a:ext cx="2153896" cy="5486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DC6E19C-B749-B703-D4E1-738FF6C9DD6F}"/>
                </a:ext>
              </a:extLst>
            </p:cNvPr>
            <p:cNvGrpSpPr/>
            <p:nvPr/>
          </p:nvGrpSpPr>
          <p:grpSpPr>
            <a:xfrm>
              <a:off x="8022798" y="574041"/>
              <a:ext cx="1756992" cy="1756992"/>
              <a:chOff x="7133250" y="611667"/>
              <a:chExt cx="1756992" cy="1756992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19CCD1FC-FE0D-320C-7BB3-57225EF7ECAE}"/>
                  </a:ext>
                </a:extLst>
              </p:cNvPr>
              <p:cNvSpPr/>
              <p:nvPr/>
            </p:nvSpPr>
            <p:spPr>
              <a:xfrm>
                <a:off x="7319618" y="872913"/>
                <a:ext cx="1366300" cy="1315116"/>
              </a:xfrm>
              <a:prstGeom prst="roundRect">
                <a:avLst/>
              </a:prstGeom>
              <a:solidFill>
                <a:schemeClr val="bg1"/>
              </a:solidFill>
              <a:ln w="111125">
                <a:noFill/>
                <a:tailEnd type="triangle"/>
              </a:ln>
              <a:effectLst>
                <a:outerShdw blurRad="177800" dist="38100" dir="5400000" sx="103000" sy="103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28" name="Picture 4">
                <a:extLst>
                  <a:ext uri="{FF2B5EF4-FFF2-40B4-BE49-F238E27FC236}">
                    <a16:creationId xmlns:a16="http://schemas.microsoft.com/office/drawing/2014/main" id="{021DE3F9-75CF-7F79-E1D2-CF722DD57F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33250" y="611667"/>
                <a:ext cx="1756992" cy="17569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4008696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4EB582BE-7564-6821-0F71-271059ED625E}"/>
              </a:ext>
            </a:extLst>
          </p:cNvPr>
          <p:cNvGrpSpPr/>
          <p:nvPr/>
        </p:nvGrpSpPr>
        <p:grpSpPr>
          <a:xfrm>
            <a:off x="2149929" y="641750"/>
            <a:ext cx="7181441" cy="5639307"/>
            <a:chOff x="2149929" y="641750"/>
            <a:chExt cx="7181441" cy="563930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B2E97A7-3FB1-9E05-70B8-519E0F219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0400" y="1077686"/>
              <a:ext cx="2400970" cy="5203371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D242CF7-4174-8A9D-EAD8-E66311AE2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9483" y="641750"/>
              <a:ext cx="2386680" cy="2192209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DCF3675-47E1-9062-2B29-4917D427B6CF}"/>
                </a:ext>
              </a:extLst>
            </p:cNvPr>
            <p:cNvSpPr/>
            <p:nvPr/>
          </p:nvSpPr>
          <p:spPr>
            <a:xfrm>
              <a:off x="4906806" y="2677888"/>
              <a:ext cx="1918537" cy="3021127"/>
            </a:xfrm>
            <a:custGeom>
              <a:avLst/>
              <a:gdLst>
                <a:gd name="connsiteX0" fmla="*/ 448966 w 1918537"/>
                <a:gd name="connsiteY0" fmla="*/ 0 h 3042900"/>
                <a:gd name="connsiteX1" fmla="*/ 89737 w 1918537"/>
                <a:gd name="connsiteY1" fmla="*/ 2721429 h 3042900"/>
                <a:gd name="connsiteX2" fmla="*/ 1918537 w 1918537"/>
                <a:gd name="connsiteY2" fmla="*/ 2884714 h 30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18537" h="3042900">
                  <a:moveTo>
                    <a:pt x="448966" y="0"/>
                  </a:moveTo>
                  <a:cubicBezTo>
                    <a:pt x="146887" y="1120321"/>
                    <a:pt x="-155192" y="2240643"/>
                    <a:pt x="89737" y="2721429"/>
                  </a:cubicBezTo>
                  <a:cubicBezTo>
                    <a:pt x="334665" y="3202215"/>
                    <a:pt x="1126601" y="3043464"/>
                    <a:pt x="1918537" y="2884714"/>
                  </a:cubicBezTo>
                </a:path>
              </a:pathLst>
            </a:custGeom>
            <a:noFill/>
            <a:ln w="11112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CB978C1C-4950-F3A3-3761-D23C0D97D983}"/>
                </a:ext>
              </a:extLst>
            </p:cNvPr>
            <p:cNvSpPr/>
            <p:nvPr/>
          </p:nvSpPr>
          <p:spPr>
            <a:xfrm>
              <a:off x="4234543" y="2122717"/>
              <a:ext cx="578092" cy="555172"/>
            </a:xfrm>
            <a:prstGeom prst="rightArrow">
              <a:avLst/>
            </a:prstGeom>
            <a:solidFill>
              <a:schemeClr val="accent2"/>
            </a:solidFill>
            <a:ln w="111125">
              <a:noFill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3C618C6-2408-163C-159E-9233DD57E172}"/>
                </a:ext>
              </a:extLst>
            </p:cNvPr>
            <p:cNvSpPr/>
            <p:nvPr/>
          </p:nvSpPr>
          <p:spPr>
            <a:xfrm>
              <a:off x="2436224" y="3982810"/>
              <a:ext cx="1735182" cy="120967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11125">
              <a:noFill/>
              <a:tailEnd type="triangle"/>
            </a:ln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APRS</a:t>
              </a:r>
              <a:br>
                <a:rPr lang="en-US" sz="2800" b="1" dirty="0">
                  <a:solidFill>
                    <a:schemeClr val="tx1"/>
                  </a:solidFill>
                </a:rPr>
              </a:br>
              <a:r>
                <a:rPr lang="en-US" sz="2800" b="1" dirty="0">
                  <a:solidFill>
                    <a:schemeClr val="tx1"/>
                  </a:solidFill>
                </a:rPr>
                <a:t>Message</a:t>
              </a:r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97523EBB-BCA4-F8FB-7755-32D5EE93586F}"/>
                </a:ext>
              </a:extLst>
            </p:cNvPr>
            <p:cNvSpPr/>
            <p:nvPr/>
          </p:nvSpPr>
          <p:spPr>
            <a:xfrm rot="16200000">
              <a:off x="3014769" y="3244518"/>
              <a:ext cx="578092" cy="555172"/>
            </a:xfrm>
            <a:prstGeom prst="rightArrow">
              <a:avLst/>
            </a:prstGeom>
            <a:solidFill>
              <a:schemeClr val="accent2"/>
            </a:solidFill>
            <a:ln w="111125">
              <a:noFill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B008469-82A3-D520-AB2A-AF006C621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49929" y="839456"/>
              <a:ext cx="2307771" cy="2307771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9494457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A2B10CF-96C1-9F90-89C3-C746ED3B6BAC}"/>
              </a:ext>
            </a:extLst>
          </p:cNvPr>
          <p:cNvGrpSpPr/>
          <p:nvPr/>
        </p:nvGrpSpPr>
        <p:grpSpPr>
          <a:xfrm>
            <a:off x="2717319" y="1093509"/>
            <a:ext cx="6757362" cy="5063316"/>
            <a:chOff x="2556354" y="1093509"/>
            <a:chExt cx="6757362" cy="506331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6303680-D494-D1E9-6FBD-E443979B7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56354" y="1093509"/>
              <a:ext cx="6082986" cy="4496586"/>
            </a:xfrm>
            <a:prstGeom prst="rect">
              <a:avLst/>
            </a:prstGeom>
            <a:effectLst>
              <a:outerShdw blurRad="177800" dist="38100" dir="5400000" sx="104000" sy="104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968C84-6A1C-D449-0A41-D5F692EFF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73115" y="1759221"/>
              <a:ext cx="4140601" cy="4397604"/>
            </a:xfrm>
            <a:prstGeom prst="rect">
              <a:avLst/>
            </a:prstGeom>
            <a:effectLst>
              <a:outerShdw blurRad="177800" dist="38100" dir="5400000" sx="104000" sy="104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A64B934-CF21-83E7-B641-BF8FC99D1C81}"/>
                </a:ext>
              </a:extLst>
            </p:cNvPr>
            <p:cNvSpPr/>
            <p:nvPr/>
          </p:nvSpPr>
          <p:spPr>
            <a:xfrm>
              <a:off x="3189514" y="3243943"/>
              <a:ext cx="2166257" cy="1353491"/>
            </a:xfrm>
            <a:custGeom>
              <a:avLst/>
              <a:gdLst>
                <a:gd name="connsiteX0" fmla="*/ 0 w 2166257"/>
                <a:gd name="connsiteY0" fmla="*/ 0 h 1353491"/>
                <a:gd name="connsiteX1" fmla="*/ 1208315 w 2166257"/>
                <a:gd name="connsiteY1" fmla="*/ 1240971 h 1353491"/>
                <a:gd name="connsiteX2" fmla="*/ 2166257 w 2166257"/>
                <a:gd name="connsiteY2" fmla="*/ 1219200 h 1353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66257" h="1353491">
                  <a:moveTo>
                    <a:pt x="0" y="0"/>
                  </a:moveTo>
                  <a:cubicBezTo>
                    <a:pt x="423636" y="518885"/>
                    <a:pt x="847272" y="1037771"/>
                    <a:pt x="1208315" y="1240971"/>
                  </a:cubicBezTo>
                  <a:cubicBezTo>
                    <a:pt x="1569358" y="1444171"/>
                    <a:pt x="1867807" y="1331685"/>
                    <a:pt x="2166257" y="1219200"/>
                  </a:cubicBezTo>
                </a:path>
              </a:pathLst>
            </a:custGeom>
            <a:noFill/>
            <a:ln w="11112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4559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11125">
          <a:solidFill>
            <a:schemeClr val="accent2">
              <a:lumMod val="75000"/>
            </a:schemeClr>
          </a:solidFill>
          <a:tailEnd type="triangle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119</Words>
  <Application>Microsoft Office PowerPoint</Application>
  <PresentationFormat>Widescreen</PresentationFormat>
  <Paragraphs>25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Default</dc:creator>
  <cp:lastModifiedBy>Default</cp:lastModifiedBy>
  <cp:revision>35</cp:revision>
  <dcterms:created xsi:type="dcterms:W3CDTF">2026-07-19T22:18:35Z</dcterms:created>
  <dcterms:modified xsi:type="dcterms:W3CDTF">2026-09-07T01:56:37Z</dcterms:modified>
</cp:coreProperties>
</file>