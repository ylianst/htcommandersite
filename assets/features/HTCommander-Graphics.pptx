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42050-0DB2-A00F-61AD-2B67CD3072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056A1D-1D39-DCD6-F680-6EADB18025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4AAE54-163C-D0CA-D4F0-3B10401CE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C05FBA-26F5-C888-09C4-DEC6B28C8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26EAC-0745-59CD-215D-3C3907624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2419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9F1E8C-5612-8FE7-4D8C-0BD65469C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173C92-6744-8E4D-2B74-9E6E9D30CB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9C811F-9A84-55D7-25C9-3BB2525FB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A49FF6-65A9-AA9E-479B-90790CA40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EB1EF9-DC9D-9C50-FC4B-4EA301B07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4987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A8D14-9C6D-BFD3-87E3-E2A8FCA63F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1D4186-B229-5F19-3933-16B7E99B03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7E2FA6-442D-A1B0-5431-7F64CD137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4D72DD-94BD-4D60-F3E8-43902CB0D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1B068A-F55C-6FF8-3D55-4961C1125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750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24C70-2B47-6105-662D-87678122D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C8A2C-4CEF-4064-650A-501DDE186D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AB8340-7A1A-4D40-C4E4-54D0117EE7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615507-B4D5-5878-09DF-019FB67A5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2E5439-1A6C-6793-3EAA-A6BD7F451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1C3C0-37A1-96FF-377C-8B654B340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1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B5E5E-C16D-18A7-89B2-3D457930F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09257F-A122-5F06-30BB-E7F40A7451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A73E4F-46BC-F99E-98EB-2F80F0FE29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A54DF2-AF4A-D289-70EA-0CB5290C1E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D43DE59-0E50-DA16-AF7D-35168B5DAE2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F7864A-F0E8-3473-0517-6C143DCEF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D062EE-ABF1-2047-FDDA-D569412AE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832C7F4-FE12-3BD9-A003-E3FE01B5C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2331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D2338-7526-6486-F893-2A62CD7F3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ED1543-6AF5-3306-CFAD-717BA75C6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CBCFF2-BFC1-A13A-53BE-99EEEAA34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A28D3D-F352-9E15-5F93-43E0ACC57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611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8A8F26D-1F4D-99E3-9C89-0C24333C5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20D37F-A0E7-276E-9568-8240D4763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D609D0-1B68-EBFC-352E-EDC9883B8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3625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295D5-BAF9-0B94-CFAE-1BED54C6A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E4D17-28E0-CD95-1607-FB180F746E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86E1AE-1805-B331-3523-B8E41ED8D7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84421D-8D7B-2EDA-FA05-BE99A5A60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ADF687-12D3-FCD1-4705-F16160487F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F7B7B6-C8EE-5789-F7FD-197E03620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988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780A5-66A0-9FC4-2218-DAFD144E8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457465A-2B61-1D4A-A427-80AD84CB3A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E66F5D-F61A-F9D8-5532-FDA52378D1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125FEE-D10D-B6C6-CB72-7918C004D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652D2C-4385-0731-A415-6C161A59DB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52C3AC-61FF-B8E7-6297-9258D18B5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161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72491-D103-8A39-DFB2-AEA7F13D6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D91211-EA1C-BCE2-C3EB-55C2F8268E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EA37C1-25F3-1C77-44F7-AEAE379A29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F55936-BEC5-AC50-FE74-1F5D8FE93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635290-AD6F-0260-8FAC-1038B47C6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2623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26F1D8-466B-17AE-FFE6-3AD98CD635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9B779E-7F23-8F99-D376-09A4E02EAB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76525F-D340-0C52-E660-98C9F7194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B8DF5E-4CCA-0BDE-8959-18EF293BA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42394C-A553-F5FA-6D18-34F461718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6316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E757B8-9E34-74A1-5E33-B1A3BB79A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C05361-B808-8BA5-EA3B-761AB8F4A1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8A52-5379-4987-AC80-72A41BC5FE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3D8D9C-7A3F-45CF-BE2D-BF1D52B1CCA8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E176C-53C7-FBBF-3A38-5986E532F9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93B86-F4A0-AAFA-758E-751618F395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109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2C7630ED-AC88-00E1-ECD3-2BB7F04FC9EE}"/>
              </a:ext>
            </a:extLst>
          </p:cNvPr>
          <p:cNvGrpSpPr/>
          <p:nvPr/>
        </p:nvGrpSpPr>
        <p:grpSpPr>
          <a:xfrm>
            <a:off x="2263283" y="557151"/>
            <a:ext cx="7954241" cy="5552780"/>
            <a:chOff x="2263283" y="557151"/>
            <a:chExt cx="7954241" cy="555278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E32F324-7ACF-1987-BC8E-AB3EC0C720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63283" y="557151"/>
              <a:ext cx="7015222" cy="5099901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1097795-89DC-E79F-1F11-C7C0CA1BAEC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87414" y="1919717"/>
              <a:ext cx="3630110" cy="4190214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557585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3F893BC-013E-B2C2-33EB-E01108FC9A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747650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11C62F-4BEE-7C42-CEDD-BCBE62F1A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729" y="2409517"/>
            <a:ext cx="3470336" cy="390476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642390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A9055C3E-810D-E5A3-3C88-7A8383711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0067" y="879050"/>
            <a:ext cx="7015222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30159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E86BC1C-3EF8-B3DE-39FC-BD63459F5A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494" y="731566"/>
            <a:ext cx="7015222" cy="5099901"/>
          </a:xfrm>
          <a:prstGeom prst="rect">
            <a:avLst/>
          </a:prstGeom>
          <a:effectLst>
            <a:outerShdw blurRad="177800" dist="38100" dir="5400000" sx="105000" sy="105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531F500-6994-604D-E588-08C64953E4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3755" y="1563329"/>
            <a:ext cx="3499072" cy="4825677"/>
          </a:xfrm>
          <a:prstGeom prst="rect">
            <a:avLst/>
          </a:prstGeom>
          <a:effectLst>
            <a:outerShdw blurRad="177800" dist="38100" dir="5400000" sx="105000" sy="105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58536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0459EA40-E385-B8F8-C88A-07700D9B8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1201" y="731566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EC6F521-24C8-ACC1-4282-8770C1B52F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4953" y="2287430"/>
            <a:ext cx="3781773" cy="3907832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333993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034B796-4772-0A1D-E990-A98471D5E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5274" y="731566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748420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F9E171FF-ACC5-7D04-516E-BBF74FAED2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741" y="633244"/>
            <a:ext cx="7015222" cy="5099901"/>
          </a:xfrm>
          <a:prstGeom prst="rect">
            <a:avLst/>
          </a:prstGeom>
          <a:effectLst>
            <a:outerShdw blurRad="1524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8A393B1-1629-63FA-927C-391465FF4E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3600" y="1030511"/>
            <a:ext cx="3697910" cy="5099901"/>
          </a:xfrm>
          <a:prstGeom prst="rect">
            <a:avLst/>
          </a:prstGeom>
          <a:effectLst>
            <a:outerShdw blurRad="1524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519961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81574AD-E093-E7B3-7264-125728C1E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879049"/>
            <a:ext cx="7015222" cy="5099901"/>
          </a:xfrm>
          <a:prstGeom prst="rect">
            <a:avLst/>
          </a:prstGeom>
          <a:effectLst>
            <a:outerShdw blurRad="1524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72990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090D335-4C80-7812-B729-EEFDB814B8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8" y="879049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533319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5A8D73F-FD5C-70A7-382C-CE312A8456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8" y="879049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B982A0D-B02B-4788-DA98-05AAF9BF86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0128" y="2429045"/>
            <a:ext cx="3726427" cy="2505306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192130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E124503-9E62-7944-89F8-00ABDCB1CA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6955" y="879049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563549A-C686-DC30-6A5E-7089624834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8311" y="2576052"/>
            <a:ext cx="3494914" cy="367414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359629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73FA8A9-8364-5924-CA87-640D49144D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780726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2CFA1DF-408B-DD3B-E6A8-F955AD2879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6489" y="1956619"/>
            <a:ext cx="3723077" cy="4252452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269245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1640673-502E-C78A-759F-45F3838AE7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1754" y="884434"/>
            <a:ext cx="5674971" cy="412557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695E9A-0EDE-EFC2-0201-1416EB8A27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4002" y="1720177"/>
            <a:ext cx="5674971" cy="412557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9AA5004-77E6-27EF-0C45-ACFEA93BFB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5230" y="1256070"/>
            <a:ext cx="865238" cy="576826"/>
          </a:xfrm>
          <a:prstGeom prst="rect">
            <a:avLst/>
          </a:prstGeom>
          <a:noFill/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DE81E65-030A-5AEC-D79E-9D3A244968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4788" y="4924321"/>
            <a:ext cx="865241" cy="576827"/>
          </a:xfrm>
          <a:prstGeom prst="rect">
            <a:avLst/>
          </a:prstGeom>
          <a:noFill/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2779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4128446F-DBE5-FA95-941A-77E53FB7FC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1695" y="800391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401A657-5AEF-E318-4786-A69F0BF8B6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7777" y="2229730"/>
            <a:ext cx="3439049" cy="3969674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B990485-CB12-9EE7-E330-78BA4890B1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318212">
            <a:off x="4478906" y="4635803"/>
            <a:ext cx="3234189" cy="1305107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166382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2220139-6A05-7934-44AB-BF412E0CE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2759" y="1327358"/>
            <a:ext cx="4021390" cy="3016042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5A7E43B-2D77-2255-E063-74B70FD527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8362" y="2256640"/>
            <a:ext cx="4475432" cy="2797145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1C59CE-C8B7-6376-C28F-E60FB844B1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3195" y="2835379"/>
            <a:ext cx="3951030" cy="2872305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CF704FE-CA3E-3DD1-846B-169CC10D700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8877" y="1327358"/>
            <a:ext cx="1719470" cy="3726427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344541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1B30DA2A-7B86-9664-5F2F-E624B0A60F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879050"/>
            <a:ext cx="7015222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DC79EC-73C5-C91B-9BB6-7B64FBCBB975}"/>
              </a:ext>
            </a:extLst>
          </p:cNvPr>
          <p:cNvSpPr/>
          <p:nvPr/>
        </p:nvSpPr>
        <p:spPr>
          <a:xfrm>
            <a:off x="4552335" y="4699819"/>
            <a:ext cx="3982065" cy="909939"/>
          </a:xfrm>
          <a:custGeom>
            <a:avLst/>
            <a:gdLst>
              <a:gd name="connsiteX0" fmla="*/ 0 w 3982065"/>
              <a:gd name="connsiteY0" fmla="*/ 580104 h 909939"/>
              <a:gd name="connsiteX1" fmla="*/ 2507226 w 3982065"/>
              <a:gd name="connsiteY1" fmla="*/ 884904 h 909939"/>
              <a:gd name="connsiteX2" fmla="*/ 3982065 w 3982065"/>
              <a:gd name="connsiteY2" fmla="*/ 0 h 9099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82065" h="909939">
                <a:moveTo>
                  <a:pt x="0" y="580104"/>
                </a:moveTo>
                <a:cubicBezTo>
                  <a:pt x="921774" y="780846"/>
                  <a:pt x="1843548" y="981588"/>
                  <a:pt x="2507226" y="884904"/>
                </a:cubicBezTo>
                <a:cubicBezTo>
                  <a:pt x="3170904" y="788220"/>
                  <a:pt x="3576484" y="394110"/>
                  <a:pt x="3982065" y="0"/>
                </a:cubicBezTo>
              </a:path>
            </a:pathLst>
          </a:custGeom>
          <a:noFill/>
          <a:ln w="11112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294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2B58F36-B1AF-5F55-1660-7508D949BD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90" y="879050"/>
            <a:ext cx="7015220" cy="509989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777857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5F6B81D-3CDE-006E-AD34-0722282C5A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0065" y="1056029"/>
            <a:ext cx="4660606" cy="338815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9C5262D-15BA-04F1-2586-73C3078CBC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1986" y="1917228"/>
            <a:ext cx="4660605" cy="338815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933539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8489F06E-DA72-3679-3FFF-47BE3118C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418" y="987205"/>
            <a:ext cx="7015221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327346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3A55069-5D40-1031-1619-4290D77A6B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6559" y="879050"/>
            <a:ext cx="7015220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179901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7FB9B7D-A77B-659D-62D3-F2F4AFBB81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780" y="879050"/>
            <a:ext cx="7474560" cy="509989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DB22AF-9DB3-48E3-F347-6BFEF430C7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2719" y="2144035"/>
            <a:ext cx="4226975" cy="4128673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274754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E7620C0-8209-7A90-FB4E-9BECC5E431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6065" y="880583"/>
            <a:ext cx="7099870" cy="5096834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406056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A59643D-0640-13C6-A3A2-2F8823AF4131}"/>
              </a:ext>
            </a:extLst>
          </p:cNvPr>
          <p:cNvGrpSpPr/>
          <p:nvPr/>
        </p:nvGrpSpPr>
        <p:grpSpPr>
          <a:xfrm>
            <a:off x="2379799" y="881265"/>
            <a:ext cx="7896120" cy="5480207"/>
            <a:chOff x="2379799" y="881265"/>
            <a:chExt cx="7896120" cy="5480207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F35D775-1BFB-9DF9-CDA4-B224483DCE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796010" y="881265"/>
              <a:ext cx="6994690" cy="5095469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CA962E20-00D6-44E3-1DFC-03AF243350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31306" y="1772239"/>
              <a:ext cx="3244613" cy="4407031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5998E2BB-9B1F-AD93-2701-4AE3526EE310}"/>
                </a:ext>
              </a:extLst>
            </p:cNvPr>
            <p:cNvGrpSpPr/>
            <p:nvPr/>
          </p:nvGrpSpPr>
          <p:grpSpPr>
            <a:xfrm>
              <a:off x="2379799" y="4640070"/>
              <a:ext cx="2419350" cy="1721402"/>
              <a:chOff x="7836702" y="2968585"/>
              <a:chExt cx="2419350" cy="1721402"/>
            </a:xfrm>
          </p:grpSpPr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93D09995-75DC-55A1-4381-E425DA7CE334}"/>
                  </a:ext>
                </a:extLst>
              </p:cNvPr>
              <p:cNvSpPr/>
              <p:nvPr/>
            </p:nvSpPr>
            <p:spPr>
              <a:xfrm>
                <a:off x="7836702" y="2968585"/>
                <a:ext cx="2419350" cy="1721402"/>
              </a:xfrm>
              <a:prstGeom prst="roundRect">
                <a:avLst/>
              </a:prstGeom>
              <a:solidFill>
                <a:schemeClr val="bg1"/>
              </a:solidFill>
              <a:ln w="111125">
                <a:noFill/>
                <a:tailEnd type="triangle"/>
              </a:ln>
              <a:effectLst>
                <a:outerShdw blurRad="177800" dist="38100" dir="5400000" sx="104000" sy="104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BFFE85DD-6ADD-4AFF-B5C3-ABBC372D17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027371" y="3106870"/>
                <a:ext cx="2001532" cy="1439769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4822584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A2A036F-36E0-3AA0-ABEB-8202B478F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2008" y="881265"/>
            <a:ext cx="6994690" cy="509546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244076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F3621E-4BCD-0817-6FCA-2C8FFBE373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3834" y="1041520"/>
            <a:ext cx="7640622" cy="509546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836150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910E1D4-ED12-878D-9FEF-466AD69478C3}"/>
              </a:ext>
            </a:extLst>
          </p:cNvPr>
          <p:cNvGrpSpPr/>
          <p:nvPr/>
        </p:nvGrpSpPr>
        <p:grpSpPr>
          <a:xfrm>
            <a:off x="2158737" y="711316"/>
            <a:ext cx="6698959" cy="5435368"/>
            <a:chOff x="2158737" y="711316"/>
            <a:chExt cx="6698959" cy="543536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0236854-FAF1-EB24-D6AB-2E5B102C92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58737" y="711316"/>
              <a:ext cx="6388275" cy="4902346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EF603DC-FDF5-0187-C43B-97F3B0B0DA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52874" y="2544931"/>
              <a:ext cx="3504822" cy="3601753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3142426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39248279-896A-DBB9-B948-FED7631C4506}"/>
              </a:ext>
            </a:extLst>
          </p:cNvPr>
          <p:cNvGrpSpPr/>
          <p:nvPr/>
        </p:nvGrpSpPr>
        <p:grpSpPr>
          <a:xfrm>
            <a:off x="1939795" y="561778"/>
            <a:ext cx="8312409" cy="5734444"/>
            <a:chOff x="2051734" y="348791"/>
            <a:chExt cx="8312409" cy="573444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F112374-3345-70B1-016A-15372D0386B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51734" y="348791"/>
              <a:ext cx="4268143" cy="4736969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252770A-49B6-DA66-9B2A-02E72716FE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00965" y="1346266"/>
              <a:ext cx="4268143" cy="4736969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3CD8FB0-0898-10F0-127F-7495E91D7A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96000" y="606557"/>
              <a:ext cx="4268143" cy="4736968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6493358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F69B08DC-D660-1748-A0D0-60B51A2A9772}"/>
              </a:ext>
            </a:extLst>
          </p:cNvPr>
          <p:cNvGrpSpPr/>
          <p:nvPr/>
        </p:nvGrpSpPr>
        <p:grpSpPr>
          <a:xfrm>
            <a:off x="2400300" y="891506"/>
            <a:ext cx="7557500" cy="5284538"/>
            <a:chOff x="2400300" y="891506"/>
            <a:chExt cx="7557500" cy="528453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F0DDDD0-E660-F92C-4E7F-5F32B758E18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78095" y="891506"/>
              <a:ext cx="6556958" cy="4902346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AA717C9-81B6-0841-65EB-4289537718C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631363" y="2408987"/>
              <a:ext cx="3326437" cy="3767057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3C70B9F-79A8-72BA-8E6D-022AB39D500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00300" y="3675523"/>
              <a:ext cx="2513911" cy="2500521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7534728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11125">
          <a:solidFill>
            <a:schemeClr val="accent2">
              <a:lumMod val="75000"/>
            </a:schemeClr>
          </a:solidFill>
          <a:tailEnd type="triangle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0</Words>
  <Application>Microsoft Office PowerPoint</Application>
  <PresentationFormat>Widescreen</PresentationFormat>
  <Paragraphs>0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Default</dc:creator>
  <cp:lastModifiedBy>Default</cp:lastModifiedBy>
  <cp:revision>24</cp:revision>
  <dcterms:created xsi:type="dcterms:W3CDTF">2026-07-19T22:18:35Z</dcterms:created>
  <dcterms:modified xsi:type="dcterms:W3CDTF">2026-08-18T22:10:05Z</dcterms:modified>
</cp:coreProperties>
</file>