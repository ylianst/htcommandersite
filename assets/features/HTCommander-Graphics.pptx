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0</Words>
  <Application>Microsoft Office PowerPoint</Application>
  <PresentationFormat>Widescreen</PresentationFormat>
  <Paragraphs>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19</cp:revision>
  <dcterms:created xsi:type="dcterms:W3CDTF">2026-07-19T22:18:35Z</dcterms:created>
  <dcterms:modified xsi:type="dcterms:W3CDTF">2026-07-24T00:40:06Z</dcterms:modified>
</cp:coreProperties>
</file>